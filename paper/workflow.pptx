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6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5A5FB0-1E7A-42F2-8100-D0A6439F86B8}" type="doc">
      <dgm:prSet loTypeId="urn:microsoft.com/office/officeart/2005/8/layout/process4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9518E7B-5569-4297-88BD-0259CDE6787F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Data Curation</a:t>
          </a:r>
        </a:p>
      </dgm:t>
    </dgm:pt>
    <dgm:pt modelId="{8A4EAA3A-BA6D-4489-8CE0-250C40180FEF}" type="parTrans" cxnId="{3A27F37D-3B07-4E42-ABFD-183B1B6E780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558527-4A55-4B04-A61A-7F602AB7EA26}" type="sibTrans" cxnId="{3A27F37D-3B07-4E42-ABFD-183B1B6E780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BD2B482-56C1-49DA-B525-2D3075E2D959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Collect sequence data from </a:t>
          </a:r>
          <a:r>
            <a:rPr lang="en-US" i="1" dirty="0" err="1">
              <a:latin typeface="Arial" panose="020B0604020202020204" pitchFamily="34" charset="0"/>
              <a:cs typeface="Arial" panose="020B0604020202020204" pitchFamily="34" charset="0"/>
            </a:rPr>
            <a:t>SAbDab</a:t>
          </a:r>
          <a:endParaRPr lang="en-US" i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9EFE278-6402-4345-8FFA-2F4284394718}" type="parTrans" cxnId="{44041C14-5FD5-40E5-B773-201787DCBE3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E318B3-7F8C-4B84-880C-C36B100F55D8}" type="sibTrans" cxnId="{44041C14-5FD5-40E5-B773-201787DCBE3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18398E-7D64-45A9-B9A1-600A6BAA9BF4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Download full PDB entries</a:t>
          </a:r>
        </a:p>
      </dgm:t>
    </dgm:pt>
    <dgm:pt modelId="{B0C2B6BD-6590-47A3-9442-CB6F4A951DD2}" type="parTrans" cxnId="{B277B9CC-3E3A-4CD7-8040-A1EB99C19E6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6ED1B3D-86F0-47C2-9B37-11803E33C8BF}" type="sibTrans" cxnId="{B277B9CC-3E3A-4CD7-8040-A1EB99C19E6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74CB7D-0D3C-40D7-A72E-2DDE3EAC56C3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Model Tuning</a:t>
          </a:r>
        </a:p>
      </dgm:t>
    </dgm:pt>
    <dgm:pt modelId="{F41AAD81-CF3A-4306-BA28-F2182DEF9CD7}" type="parTrans" cxnId="{1EA4A7EE-4859-4BCD-A8EF-6C05CC7D22C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F21855F-AE0D-417C-93B0-D92BCD252AB4}" type="sibTrans" cxnId="{1EA4A7EE-4859-4BCD-A8EF-6C05CC7D22CF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747674-CCE7-410F-8626-AFAF7A06A42A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Retrieve open-source model from Hugging Face</a:t>
          </a:r>
        </a:p>
      </dgm:t>
    </dgm:pt>
    <dgm:pt modelId="{2C4AC547-7085-4900-95A8-D8108FCCED7C}" type="parTrans" cxnId="{0BE47870-E8E7-43BD-9E02-4A87ACD6A72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131A50-0534-4CEE-901D-5877B8440757}" type="sibTrans" cxnId="{0BE47870-E8E7-43BD-9E02-4A87ACD6A72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2977F8-1507-40A1-9E59-EF95F75CB463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Update tokenizer with </a:t>
          </a:r>
          <a:r>
            <a:rPr lang="en-US" i="1" dirty="0">
              <a:latin typeface="Arial" panose="020B0604020202020204" pitchFamily="34" charset="0"/>
              <a:cs typeface="Arial" panose="020B0604020202020204" pitchFamily="34" charset="0"/>
            </a:rPr>
            <a:t>transformers</a:t>
          </a:r>
        </a:p>
      </dgm:t>
    </dgm:pt>
    <dgm:pt modelId="{5A964009-FA21-4984-98CF-D7DCEDDB09EA}" type="parTrans" cxnId="{842314E7-207D-4F00-810E-6E63E30006B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BAB31F-A6BF-47E3-90D4-630795AEE0BC}" type="sibTrans" cxnId="{842314E7-207D-4F00-810E-6E63E30006BE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C53DB6-F15A-4815-AC99-A6784BF928DE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Inferencing</a:t>
          </a:r>
        </a:p>
      </dgm:t>
    </dgm:pt>
    <dgm:pt modelId="{59988591-563C-499E-8A31-AC239B6B5420}" type="parTrans" cxnId="{24B460E8-A4CA-4D36-9D07-DCDEDE4E39A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1AC19D-2BCF-4EDD-8BF8-66165AA6D86E}" type="sibTrans" cxnId="{24B460E8-A4CA-4D36-9D07-DCDEDE4E39A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C9E108-A429-4BF5-B794-A2297E18D43F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Generate 50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Fv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sequences for each antigen and model</a:t>
          </a:r>
        </a:p>
      </dgm:t>
    </dgm:pt>
    <dgm:pt modelId="{BB56DE57-0F95-4D7F-BB13-3281A16C0220}" type="parTrans" cxnId="{E51E2D46-0835-4530-810C-CDF0AC3B4FF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AC483F6-A694-42EA-9035-F1A741B88A50}" type="sibTrans" cxnId="{E51E2D46-0835-4530-810C-CDF0AC3B4FF9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E960CD-7C97-4B12-AF5A-DA3B72C7ED57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Evaluation</a:t>
          </a:r>
        </a:p>
      </dgm:t>
    </dgm:pt>
    <dgm:pt modelId="{53CF335F-9678-48E5-AB9D-FC26ACA76C26}" type="parTrans" cxnId="{B2D41961-3B8B-4DC4-BCF2-216D570E0F3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A30473F-B75D-4E8E-9197-8B2CCCE71B34}" type="sibTrans" cxnId="{B2D41961-3B8B-4DC4-BCF2-216D570E0F33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56BA9C3-4049-4B8D-B2BA-08F2E636F238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Retrieve antibody and antigen sequences</a:t>
          </a:r>
        </a:p>
      </dgm:t>
    </dgm:pt>
    <dgm:pt modelId="{F152DE7F-4D89-4422-98DA-8467A499C2C8}" type="parTrans" cxnId="{51063A5B-4AA4-4E32-B609-656CAC90ED8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FAA2D38-1316-451A-A953-2AD111082886}" type="sibTrans" cxnId="{51063A5B-4AA4-4E32-B609-656CAC90ED8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DBF6B5-18B7-4DAF-8136-277A80AEAD71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Detect epitope residues</a:t>
          </a:r>
        </a:p>
      </dgm:t>
    </dgm:pt>
    <dgm:pt modelId="{1A55D6FC-AE6F-49D7-BE1A-3FEC161C156D}" type="parTrans" cxnId="{B09C56D3-6FA0-488A-9BB7-175F7580DFE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F4EED7-8CE4-4998-9EA9-76D1F6EC0D60}" type="sibTrans" cxnId="{B09C56D3-6FA0-488A-9BB7-175F7580DFE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C7D8DB-7FCD-4A5B-B79F-50320D61C151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Predict antibody binding affinity with </a:t>
          </a:r>
          <a:r>
            <a:rPr lang="en-US" i="1" dirty="0">
              <a:latin typeface="Arial" panose="020B0604020202020204" pitchFamily="34" charset="0"/>
              <a:cs typeface="Arial" panose="020B0604020202020204" pitchFamily="34" charset="0"/>
            </a:rPr>
            <a:t>HADDOCK3</a:t>
          </a:r>
        </a:p>
      </dgm:t>
    </dgm:pt>
    <dgm:pt modelId="{8A9C65FA-F085-4D93-8464-057188FACB15}" type="parTrans" cxnId="{7F03A59F-FD04-4615-8EAA-9D693B23CCD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074725-4CD8-40FF-BEA6-C776205A7B95}" type="sibTrans" cxnId="{7F03A59F-FD04-4615-8EAA-9D693B23CCDA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09E75DE-D03C-4A3F-A308-10CA3A871428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Predict protein complex stability with </a:t>
          </a:r>
          <a:r>
            <a:rPr lang="en-US" i="1" dirty="0" err="1">
              <a:latin typeface="Arial" panose="020B0604020202020204" pitchFamily="34" charset="0"/>
              <a:cs typeface="Arial" panose="020B0604020202020204" pitchFamily="34" charset="0"/>
            </a:rPr>
            <a:t>FoldX</a:t>
          </a:r>
          <a:endParaRPr lang="en-US" i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260A73-B44C-4C84-ABD8-5014005316ED}" type="parTrans" cxnId="{71C3014B-236A-4E94-B9D5-37B598F9F6F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1CAF15-01CB-4418-96D4-00950577FFB4}" type="sibTrans" cxnId="{71C3014B-236A-4E94-B9D5-37B598F9F6F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8C4008-DE3D-431D-A70D-E1F9F437CE34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Tune model for </a:t>
          </a:r>
          <a:r>
            <a:rPr lang="en-US" i="1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epochs</a:t>
          </a:r>
        </a:p>
      </dgm:t>
    </dgm:pt>
    <dgm:pt modelId="{843D4BA4-CCCD-4465-99D0-FC74D30632E1}" type="parTrans" cxnId="{DD321AE0-46A7-46ED-AAA5-5B64C4C10C0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0A8CFD-A683-408C-9DAC-988CDA177140}" type="sibTrans" cxnId="{DD321AE0-46A7-46ED-AAA5-5B64C4C10C0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B403236-6A10-4AE0-B2A7-F55BCD7C3F3B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Set up PEFT adapter</a:t>
          </a:r>
        </a:p>
      </dgm:t>
    </dgm:pt>
    <dgm:pt modelId="{85F82A9D-1CAE-4CC2-92F9-BDAB3811F284}" type="parTrans" cxnId="{1E2E08F8-44EB-4D06-985B-7337E2048E0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5E189A-BA6A-44D5-BF0C-EC37D1E3ED80}" type="sibTrans" cxnId="{1E2E08F8-44EB-4D06-985B-7337E2048E0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B493CE-C060-4C39-8F5B-B8C7E4ACB4A0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Fold each generated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Fv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sequence and antigen as a multimer with </a:t>
          </a:r>
          <a:r>
            <a:rPr lang="en-US" i="1" dirty="0">
              <a:latin typeface="Arial" panose="020B0604020202020204" pitchFamily="34" charset="0"/>
              <a:cs typeface="Arial" panose="020B0604020202020204" pitchFamily="34" charset="0"/>
            </a:rPr>
            <a:t>ESM3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14818D-6F7E-4117-90E6-741975A8A1CD}" type="parTrans" cxnId="{8ABB2341-F305-43C8-BFF6-08A2FAD099C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E43032-A240-4DC0-8B08-CFB3C7AA87EE}" type="sibTrans" cxnId="{8ABB2341-F305-43C8-BFF6-08A2FAD099C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624D05A-71B4-4FD7-8682-CDA763D09BBB}">
      <dgm:prSet phldrT="[Text]"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Predict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Fv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 sequence humanness with </a:t>
          </a:r>
          <a:r>
            <a:rPr lang="en-US" i="1" dirty="0" err="1">
              <a:latin typeface="Arial" panose="020B0604020202020204" pitchFamily="34" charset="0"/>
              <a:cs typeface="Arial" panose="020B0604020202020204" pitchFamily="34" charset="0"/>
            </a:rPr>
            <a:t>Humatch</a:t>
          </a:r>
          <a:endParaRPr lang="en-US" i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64C43D-3C61-476A-9231-6DA6747B1F9A}" type="parTrans" cxnId="{1697381F-AC77-4178-A0CD-17D0DE5CA6C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C69C11-4AFD-46B9-B189-19967E4B3E8A}" type="sibTrans" cxnId="{1697381F-AC77-4178-A0CD-17D0DE5CA6C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9D86A9-EAE7-4CAD-9A9A-A5FF58BF1E53}" type="pres">
      <dgm:prSet presAssocID="{875A5FB0-1E7A-42F2-8100-D0A6439F86B8}" presName="Name0" presStyleCnt="0">
        <dgm:presLayoutVars>
          <dgm:dir/>
          <dgm:animLvl val="lvl"/>
          <dgm:resizeHandles val="exact"/>
        </dgm:presLayoutVars>
      </dgm:prSet>
      <dgm:spPr/>
    </dgm:pt>
    <dgm:pt modelId="{B911C4AB-69F5-4617-B5BA-644E8822FF52}" type="pres">
      <dgm:prSet presAssocID="{B9E960CD-7C97-4B12-AF5A-DA3B72C7ED57}" presName="boxAndChildren" presStyleCnt="0"/>
      <dgm:spPr/>
    </dgm:pt>
    <dgm:pt modelId="{8AB94397-67FB-4A12-BBFA-E857B8D56A4C}" type="pres">
      <dgm:prSet presAssocID="{B9E960CD-7C97-4B12-AF5A-DA3B72C7ED57}" presName="parentTextBox" presStyleLbl="node1" presStyleIdx="0" presStyleCnt="4"/>
      <dgm:spPr/>
    </dgm:pt>
    <dgm:pt modelId="{F6A45E67-9AE2-4772-BF4D-419A76240639}" type="pres">
      <dgm:prSet presAssocID="{B9E960CD-7C97-4B12-AF5A-DA3B72C7ED57}" presName="entireBox" presStyleLbl="node1" presStyleIdx="0" presStyleCnt="4"/>
      <dgm:spPr/>
    </dgm:pt>
    <dgm:pt modelId="{50239DEF-6D29-44D6-8C07-90AC2C6953F8}" type="pres">
      <dgm:prSet presAssocID="{B9E960CD-7C97-4B12-AF5A-DA3B72C7ED57}" presName="descendantBox" presStyleCnt="0"/>
      <dgm:spPr/>
    </dgm:pt>
    <dgm:pt modelId="{25A80E21-423F-454F-B1D6-E95CDC826267}" type="pres">
      <dgm:prSet presAssocID="{0CC7D8DB-7FCD-4A5B-B79F-50320D61C151}" presName="childTextBox" presStyleLbl="fgAccFollowNode1" presStyleIdx="0" presStyleCnt="13">
        <dgm:presLayoutVars>
          <dgm:bulletEnabled val="1"/>
        </dgm:presLayoutVars>
      </dgm:prSet>
      <dgm:spPr/>
    </dgm:pt>
    <dgm:pt modelId="{94AA13BB-C9A4-42CA-8266-4B4C2166BD2E}" type="pres">
      <dgm:prSet presAssocID="{109E75DE-D03C-4A3F-A308-10CA3A871428}" presName="childTextBox" presStyleLbl="fgAccFollowNode1" presStyleIdx="1" presStyleCnt="13">
        <dgm:presLayoutVars>
          <dgm:bulletEnabled val="1"/>
        </dgm:presLayoutVars>
      </dgm:prSet>
      <dgm:spPr/>
    </dgm:pt>
    <dgm:pt modelId="{991E7ED2-DCBF-4372-8502-4A39E87CB8B2}" type="pres">
      <dgm:prSet presAssocID="{5624D05A-71B4-4FD7-8682-CDA763D09BBB}" presName="childTextBox" presStyleLbl="fgAccFollowNode1" presStyleIdx="2" presStyleCnt="13">
        <dgm:presLayoutVars>
          <dgm:bulletEnabled val="1"/>
        </dgm:presLayoutVars>
      </dgm:prSet>
      <dgm:spPr/>
    </dgm:pt>
    <dgm:pt modelId="{2E8B5900-D87F-4139-B966-60651F9F8F10}" type="pres">
      <dgm:prSet presAssocID="{B31AC19D-2BCF-4EDD-8BF8-66165AA6D86E}" presName="sp" presStyleCnt="0"/>
      <dgm:spPr/>
    </dgm:pt>
    <dgm:pt modelId="{930F0470-4F5B-4F64-97F1-D5B06387FB9C}" type="pres">
      <dgm:prSet presAssocID="{07C53DB6-F15A-4815-AC99-A6784BF928DE}" presName="arrowAndChildren" presStyleCnt="0"/>
      <dgm:spPr/>
    </dgm:pt>
    <dgm:pt modelId="{4F95D190-BDF8-493E-9CB2-5D85A4832634}" type="pres">
      <dgm:prSet presAssocID="{07C53DB6-F15A-4815-AC99-A6784BF928DE}" presName="parentTextArrow" presStyleLbl="node1" presStyleIdx="0" presStyleCnt="4"/>
      <dgm:spPr/>
    </dgm:pt>
    <dgm:pt modelId="{83002201-70C0-44E4-839C-B5CD2F93F669}" type="pres">
      <dgm:prSet presAssocID="{07C53DB6-F15A-4815-AC99-A6784BF928DE}" presName="arrow" presStyleLbl="node1" presStyleIdx="1" presStyleCnt="4"/>
      <dgm:spPr/>
    </dgm:pt>
    <dgm:pt modelId="{6E55EF70-80CF-49D4-86E0-BCCD10D4F3D4}" type="pres">
      <dgm:prSet presAssocID="{07C53DB6-F15A-4815-AC99-A6784BF928DE}" presName="descendantArrow" presStyleCnt="0"/>
      <dgm:spPr/>
    </dgm:pt>
    <dgm:pt modelId="{BD674CE6-DB0A-48A0-88A6-4D2F5F85DF29}" type="pres">
      <dgm:prSet presAssocID="{28C9E108-A429-4BF5-B794-A2297E18D43F}" presName="childTextArrow" presStyleLbl="fgAccFollowNode1" presStyleIdx="3" presStyleCnt="13">
        <dgm:presLayoutVars>
          <dgm:bulletEnabled val="1"/>
        </dgm:presLayoutVars>
      </dgm:prSet>
      <dgm:spPr/>
    </dgm:pt>
    <dgm:pt modelId="{E14B1ADF-790D-41F6-87A5-821AAFB8BF0D}" type="pres">
      <dgm:prSet presAssocID="{25B493CE-C060-4C39-8F5B-B8C7E4ACB4A0}" presName="childTextArrow" presStyleLbl="fgAccFollowNode1" presStyleIdx="4" presStyleCnt="13">
        <dgm:presLayoutVars>
          <dgm:bulletEnabled val="1"/>
        </dgm:presLayoutVars>
      </dgm:prSet>
      <dgm:spPr/>
    </dgm:pt>
    <dgm:pt modelId="{7B7C5D0F-A40C-4D95-9CDA-8E920EFCF7F8}" type="pres">
      <dgm:prSet presAssocID="{8F21855F-AE0D-417C-93B0-D92BCD252AB4}" presName="sp" presStyleCnt="0"/>
      <dgm:spPr/>
    </dgm:pt>
    <dgm:pt modelId="{EDDDCAC8-67E0-437F-A759-94B1F739CCF1}" type="pres">
      <dgm:prSet presAssocID="{5D74CB7D-0D3C-40D7-A72E-2DDE3EAC56C3}" presName="arrowAndChildren" presStyleCnt="0"/>
      <dgm:spPr/>
    </dgm:pt>
    <dgm:pt modelId="{2242DACD-C364-4CEC-9BDE-42A7A81DBB94}" type="pres">
      <dgm:prSet presAssocID="{5D74CB7D-0D3C-40D7-A72E-2DDE3EAC56C3}" presName="parentTextArrow" presStyleLbl="node1" presStyleIdx="1" presStyleCnt="4"/>
      <dgm:spPr/>
    </dgm:pt>
    <dgm:pt modelId="{9DF49476-2634-4A51-BBB4-9FBE4C63FAA7}" type="pres">
      <dgm:prSet presAssocID="{5D74CB7D-0D3C-40D7-A72E-2DDE3EAC56C3}" presName="arrow" presStyleLbl="node1" presStyleIdx="2" presStyleCnt="4"/>
      <dgm:spPr/>
    </dgm:pt>
    <dgm:pt modelId="{BF0BF629-55DB-4BF0-96BE-540D1D8DBFB8}" type="pres">
      <dgm:prSet presAssocID="{5D74CB7D-0D3C-40D7-A72E-2DDE3EAC56C3}" presName="descendantArrow" presStyleCnt="0"/>
      <dgm:spPr/>
    </dgm:pt>
    <dgm:pt modelId="{A9279CF7-DA65-4138-8CF9-FAD914FFF0B3}" type="pres">
      <dgm:prSet presAssocID="{A6747674-CCE7-410F-8626-AFAF7A06A42A}" presName="childTextArrow" presStyleLbl="fgAccFollowNode1" presStyleIdx="5" presStyleCnt="13">
        <dgm:presLayoutVars>
          <dgm:bulletEnabled val="1"/>
        </dgm:presLayoutVars>
      </dgm:prSet>
      <dgm:spPr/>
    </dgm:pt>
    <dgm:pt modelId="{9FB7E35E-CBF4-40A7-901B-36845D7DB108}" type="pres">
      <dgm:prSet presAssocID="{D12977F8-1507-40A1-9E59-EF95F75CB463}" presName="childTextArrow" presStyleLbl="fgAccFollowNode1" presStyleIdx="6" presStyleCnt="13">
        <dgm:presLayoutVars>
          <dgm:bulletEnabled val="1"/>
        </dgm:presLayoutVars>
      </dgm:prSet>
      <dgm:spPr/>
    </dgm:pt>
    <dgm:pt modelId="{DE416063-1D66-40DE-8B71-098CCF62470B}" type="pres">
      <dgm:prSet presAssocID="{9B403236-6A10-4AE0-B2A7-F55BCD7C3F3B}" presName="childTextArrow" presStyleLbl="fgAccFollowNode1" presStyleIdx="7" presStyleCnt="13">
        <dgm:presLayoutVars>
          <dgm:bulletEnabled val="1"/>
        </dgm:presLayoutVars>
      </dgm:prSet>
      <dgm:spPr/>
    </dgm:pt>
    <dgm:pt modelId="{A2CBE707-8858-41D2-8E77-F329B17CD480}" type="pres">
      <dgm:prSet presAssocID="{718C4008-DE3D-431D-A70D-E1F9F437CE34}" presName="childTextArrow" presStyleLbl="fgAccFollowNode1" presStyleIdx="8" presStyleCnt="13">
        <dgm:presLayoutVars>
          <dgm:bulletEnabled val="1"/>
        </dgm:presLayoutVars>
      </dgm:prSet>
      <dgm:spPr/>
    </dgm:pt>
    <dgm:pt modelId="{27D33B0F-6FF3-406E-843A-BB4F219D0DB6}" type="pres">
      <dgm:prSet presAssocID="{B2558527-4A55-4B04-A61A-7F602AB7EA26}" presName="sp" presStyleCnt="0"/>
      <dgm:spPr/>
    </dgm:pt>
    <dgm:pt modelId="{B0B8EB61-C21C-4487-BDEF-6B0344304F65}" type="pres">
      <dgm:prSet presAssocID="{E9518E7B-5569-4297-88BD-0259CDE6787F}" presName="arrowAndChildren" presStyleCnt="0"/>
      <dgm:spPr/>
    </dgm:pt>
    <dgm:pt modelId="{68B3AE81-AAFE-4F8A-8817-43382F61AD9D}" type="pres">
      <dgm:prSet presAssocID="{E9518E7B-5569-4297-88BD-0259CDE6787F}" presName="parentTextArrow" presStyleLbl="node1" presStyleIdx="2" presStyleCnt="4"/>
      <dgm:spPr/>
    </dgm:pt>
    <dgm:pt modelId="{D81B0554-64EE-48BC-9678-60057AFB767F}" type="pres">
      <dgm:prSet presAssocID="{E9518E7B-5569-4297-88BD-0259CDE6787F}" presName="arrow" presStyleLbl="node1" presStyleIdx="3" presStyleCnt="4"/>
      <dgm:spPr/>
    </dgm:pt>
    <dgm:pt modelId="{1B497B87-D80F-43E9-8DC7-09865E47BE9C}" type="pres">
      <dgm:prSet presAssocID="{E9518E7B-5569-4297-88BD-0259CDE6787F}" presName="descendantArrow" presStyleCnt="0"/>
      <dgm:spPr/>
    </dgm:pt>
    <dgm:pt modelId="{A144FE86-1899-4CBF-8209-7CB8DB72E655}" type="pres">
      <dgm:prSet presAssocID="{FBD2B482-56C1-49DA-B525-2D3075E2D959}" presName="childTextArrow" presStyleLbl="fgAccFollowNode1" presStyleIdx="9" presStyleCnt="13">
        <dgm:presLayoutVars>
          <dgm:bulletEnabled val="1"/>
        </dgm:presLayoutVars>
      </dgm:prSet>
      <dgm:spPr/>
    </dgm:pt>
    <dgm:pt modelId="{6B62CF3A-B222-4837-9564-2D3E9CE3D753}" type="pres">
      <dgm:prSet presAssocID="{0718398E-7D64-45A9-B9A1-600A6BAA9BF4}" presName="childTextArrow" presStyleLbl="fgAccFollowNode1" presStyleIdx="10" presStyleCnt="13">
        <dgm:presLayoutVars>
          <dgm:bulletEnabled val="1"/>
        </dgm:presLayoutVars>
      </dgm:prSet>
      <dgm:spPr/>
    </dgm:pt>
    <dgm:pt modelId="{982D6CEF-848D-4E4D-870E-43ED85644D81}" type="pres">
      <dgm:prSet presAssocID="{E56BA9C3-4049-4B8D-B2BA-08F2E636F238}" presName="childTextArrow" presStyleLbl="fgAccFollowNode1" presStyleIdx="11" presStyleCnt="13">
        <dgm:presLayoutVars>
          <dgm:bulletEnabled val="1"/>
        </dgm:presLayoutVars>
      </dgm:prSet>
      <dgm:spPr/>
    </dgm:pt>
    <dgm:pt modelId="{BB00B998-2A0A-43D7-938F-D1D083E56D17}" type="pres">
      <dgm:prSet presAssocID="{8BDBF6B5-18B7-4DAF-8136-277A80AEAD71}" presName="childTextArrow" presStyleLbl="fgAccFollowNode1" presStyleIdx="12" presStyleCnt="13">
        <dgm:presLayoutVars>
          <dgm:bulletEnabled val="1"/>
        </dgm:presLayoutVars>
      </dgm:prSet>
      <dgm:spPr/>
    </dgm:pt>
  </dgm:ptLst>
  <dgm:cxnLst>
    <dgm:cxn modelId="{1E63F006-5AA3-490F-8D93-921A70589FA1}" type="presOf" srcId="{07C53DB6-F15A-4815-AC99-A6784BF928DE}" destId="{4F95D190-BDF8-493E-9CB2-5D85A4832634}" srcOrd="0" destOrd="0" presId="urn:microsoft.com/office/officeart/2005/8/layout/process4"/>
    <dgm:cxn modelId="{44041C14-5FD5-40E5-B773-201787DCBE3C}" srcId="{E9518E7B-5569-4297-88BD-0259CDE6787F}" destId="{FBD2B482-56C1-49DA-B525-2D3075E2D959}" srcOrd="0" destOrd="0" parTransId="{C9EFE278-6402-4345-8FFA-2F4284394718}" sibTransId="{8AE318B3-7F8C-4B84-880C-C36B100F55D8}"/>
    <dgm:cxn modelId="{4F111D18-2203-4AFC-9649-B80BDEFAE921}" type="presOf" srcId="{718C4008-DE3D-431D-A70D-E1F9F437CE34}" destId="{A2CBE707-8858-41D2-8E77-F329B17CD480}" srcOrd="0" destOrd="0" presId="urn:microsoft.com/office/officeart/2005/8/layout/process4"/>
    <dgm:cxn modelId="{1697381F-AC77-4178-A0CD-17D0DE5CA6C8}" srcId="{B9E960CD-7C97-4B12-AF5A-DA3B72C7ED57}" destId="{5624D05A-71B4-4FD7-8682-CDA763D09BBB}" srcOrd="2" destOrd="0" parTransId="{9064C43D-3C61-476A-9231-6DA6747B1F9A}" sibTransId="{11C69C11-4AFD-46B9-B189-19967E4B3E8A}"/>
    <dgm:cxn modelId="{56B4862F-2F36-4969-A23B-E4EA5C5935F7}" type="presOf" srcId="{28C9E108-A429-4BF5-B794-A2297E18D43F}" destId="{BD674CE6-DB0A-48A0-88A6-4D2F5F85DF29}" srcOrd="0" destOrd="0" presId="urn:microsoft.com/office/officeart/2005/8/layout/process4"/>
    <dgm:cxn modelId="{CF5E2E32-9483-443F-8E20-2D0CBF9D4672}" type="presOf" srcId="{109E75DE-D03C-4A3F-A308-10CA3A871428}" destId="{94AA13BB-C9A4-42CA-8266-4B4C2166BD2E}" srcOrd="0" destOrd="0" presId="urn:microsoft.com/office/officeart/2005/8/layout/process4"/>
    <dgm:cxn modelId="{51063A5B-4AA4-4E32-B609-656CAC90ED87}" srcId="{E9518E7B-5569-4297-88BD-0259CDE6787F}" destId="{E56BA9C3-4049-4B8D-B2BA-08F2E636F238}" srcOrd="2" destOrd="0" parTransId="{F152DE7F-4D89-4422-98DA-8467A499C2C8}" sibTransId="{1FAA2D38-1316-451A-A953-2AD111082886}"/>
    <dgm:cxn modelId="{B81E6F5E-1BAE-4C6A-BD4C-73918113465E}" type="presOf" srcId="{D12977F8-1507-40A1-9E59-EF95F75CB463}" destId="{9FB7E35E-CBF4-40A7-901B-36845D7DB108}" srcOrd="0" destOrd="0" presId="urn:microsoft.com/office/officeart/2005/8/layout/process4"/>
    <dgm:cxn modelId="{BC071161-05FB-4B04-8721-BBD82F82A19A}" type="presOf" srcId="{25B493CE-C060-4C39-8F5B-B8C7E4ACB4A0}" destId="{E14B1ADF-790D-41F6-87A5-821AAFB8BF0D}" srcOrd="0" destOrd="0" presId="urn:microsoft.com/office/officeart/2005/8/layout/process4"/>
    <dgm:cxn modelId="{B2D41961-3B8B-4DC4-BCF2-216D570E0F33}" srcId="{875A5FB0-1E7A-42F2-8100-D0A6439F86B8}" destId="{B9E960CD-7C97-4B12-AF5A-DA3B72C7ED57}" srcOrd="3" destOrd="0" parTransId="{53CF335F-9678-48E5-AB9D-FC26ACA76C26}" sibTransId="{9A30473F-B75D-4E8E-9197-8B2CCCE71B34}"/>
    <dgm:cxn modelId="{8ABB2341-F305-43C8-BFF6-08A2FAD099C7}" srcId="{07C53DB6-F15A-4815-AC99-A6784BF928DE}" destId="{25B493CE-C060-4C39-8F5B-B8C7E4ACB4A0}" srcOrd="1" destOrd="0" parTransId="{1A14818D-6F7E-4117-90E6-741975A8A1CD}" sibTransId="{8CE43032-A240-4DC0-8B08-CFB3C7AA87EE}"/>
    <dgm:cxn modelId="{E51E2D46-0835-4530-810C-CDF0AC3B4FF9}" srcId="{07C53DB6-F15A-4815-AC99-A6784BF928DE}" destId="{28C9E108-A429-4BF5-B794-A2297E18D43F}" srcOrd="0" destOrd="0" parTransId="{BB56DE57-0F95-4D7F-BB13-3281A16C0220}" sibTransId="{0AC483F6-A694-42EA-9035-F1A741B88A50}"/>
    <dgm:cxn modelId="{B264EC47-E36F-4E62-87F5-7B14ADAA73DE}" type="presOf" srcId="{07C53DB6-F15A-4815-AC99-A6784BF928DE}" destId="{83002201-70C0-44E4-839C-B5CD2F93F669}" srcOrd="1" destOrd="0" presId="urn:microsoft.com/office/officeart/2005/8/layout/process4"/>
    <dgm:cxn modelId="{0842FF49-989A-48C4-A680-8127B1D0B634}" type="presOf" srcId="{A6747674-CCE7-410F-8626-AFAF7A06A42A}" destId="{A9279CF7-DA65-4138-8CF9-FAD914FFF0B3}" srcOrd="0" destOrd="0" presId="urn:microsoft.com/office/officeart/2005/8/layout/process4"/>
    <dgm:cxn modelId="{71C3014B-236A-4E94-B9D5-37B598F9F6F0}" srcId="{B9E960CD-7C97-4B12-AF5A-DA3B72C7ED57}" destId="{109E75DE-D03C-4A3F-A308-10CA3A871428}" srcOrd="1" destOrd="0" parTransId="{25260A73-B44C-4C84-ABD8-5014005316ED}" sibTransId="{C81CAF15-01CB-4418-96D4-00950577FFB4}"/>
    <dgm:cxn modelId="{720A1F4F-67EF-4672-81A5-63F56A87EDD7}" type="presOf" srcId="{9B403236-6A10-4AE0-B2A7-F55BCD7C3F3B}" destId="{DE416063-1D66-40DE-8B71-098CCF62470B}" srcOrd="0" destOrd="0" presId="urn:microsoft.com/office/officeart/2005/8/layout/process4"/>
    <dgm:cxn modelId="{0BE47870-E8E7-43BD-9E02-4A87ACD6A723}" srcId="{5D74CB7D-0D3C-40D7-A72E-2DDE3EAC56C3}" destId="{A6747674-CCE7-410F-8626-AFAF7A06A42A}" srcOrd="0" destOrd="0" parTransId="{2C4AC547-7085-4900-95A8-D8108FCCED7C}" sibTransId="{33131A50-0534-4CEE-901D-5877B8440757}"/>
    <dgm:cxn modelId="{1A7C6A59-58E4-4B24-9984-DA13F5437FC5}" type="presOf" srcId="{B9E960CD-7C97-4B12-AF5A-DA3B72C7ED57}" destId="{8AB94397-67FB-4A12-BBFA-E857B8D56A4C}" srcOrd="0" destOrd="0" presId="urn:microsoft.com/office/officeart/2005/8/layout/process4"/>
    <dgm:cxn modelId="{3A27F37D-3B07-4E42-ABFD-183B1B6E780C}" srcId="{875A5FB0-1E7A-42F2-8100-D0A6439F86B8}" destId="{E9518E7B-5569-4297-88BD-0259CDE6787F}" srcOrd="0" destOrd="0" parTransId="{8A4EAA3A-BA6D-4489-8CE0-250C40180FEF}" sibTransId="{B2558527-4A55-4B04-A61A-7F602AB7EA26}"/>
    <dgm:cxn modelId="{3F709583-D4D2-4FEB-B988-AF9709CE6211}" type="presOf" srcId="{E9518E7B-5569-4297-88BD-0259CDE6787F}" destId="{68B3AE81-AAFE-4F8A-8817-43382F61AD9D}" srcOrd="0" destOrd="0" presId="urn:microsoft.com/office/officeart/2005/8/layout/process4"/>
    <dgm:cxn modelId="{DB1E3B86-25E9-46F9-8A86-D86251233291}" type="presOf" srcId="{5D74CB7D-0D3C-40D7-A72E-2DDE3EAC56C3}" destId="{2242DACD-C364-4CEC-9BDE-42A7A81DBB94}" srcOrd="0" destOrd="0" presId="urn:microsoft.com/office/officeart/2005/8/layout/process4"/>
    <dgm:cxn modelId="{A57DB195-B9F1-4D88-AB0C-7D0380A08C4E}" type="presOf" srcId="{B9E960CD-7C97-4B12-AF5A-DA3B72C7ED57}" destId="{F6A45E67-9AE2-4772-BF4D-419A76240639}" srcOrd="1" destOrd="0" presId="urn:microsoft.com/office/officeart/2005/8/layout/process4"/>
    <dgm:cxn modelId="{7F03A59F-FD04-4615-8EAA-9D693B23CCDA}" srcId="{B9E960CD-7C97-4B12-AF5A-DA3B72C7ED57}" destId="{0CC7D8DB-7FCD-4A5B-B79F-50320D61C151}" srcOrd="0" destOrd="0" parTransId="{8A9C65FA-F085-4D93-8464-057188FACB15}" sibTransId="{A6074725-4CD8-40FF-BEA6-C776205A7B95}"/>
    <dgm:cxn modelId="{C81727A1-57FB-4F51-B386-17728D5EAEB5}" type="presOf" srcId="{FBD2B482-56C1-49DA-B525-2D3075E2D959}" destId="{A144FE86-1899-4CBF-8209-7CB8DB72E655}" srcOrd="0" destOrd="0" presId="urn:microsoft.com/office/officeart/2005/8/layout/process4"/>
    <dgm:cxn modelId="{9DE929A1-91FA-4DB3-A590-9263D76C5C2B}" type="presOf" srcId="{E9518E7B-5569-4297-88BD-0259CDE6787F}" destId="{D81B0554-64EE-48BC-9678-60057AFB767F}" srcOrd="1" destOrd="0" presId="urn:microsoft.com/office/officeart/2005/8/layout/process4"/>
    <dgm:cxn modelId="{C77F7AA3-B153-49AB-B446-C0994083E1FD}" type="presOf" srcId="{8BDBF6B5-18B7-4DAF-8136-277A80AEAD71}" destId="{BB00B998-2A0A-43D7-938F-D1D083E56D17}" srcOrd="0" destOrd="0" presId="urn:microsoft.com/office/officeart/2005/8/layout/process4"/>
    <dgm:cxn modelId="{92B6F5B2-F830-46EF-AD7B-EE160109D52A}" type="presOf" srcId="{5624D05A-71B4-4FD7-8682-CDA763D09BBB}" destId="{991E7ED2-DCBF-4372-8502-4A39E87CB8B2}" srcOrd="0" destOrd="0" presId="urn:microsoft.com/office/officeart/2005/8/layout/process4"/>
    <dgm:cxn modelId="{27A2ADC6-BFEB-4050-ABED-2ED5EE90A7E0}" type="presOf" srcId="{5D74CB7D-0D3C-40D7-A72E-2DDE3EAC56C3}" destId="{9DF49476-2634-4A51-BBB4-9FBE4C63FAA7}" srcOrd="1" destOrd="0" presId="urn:microsoft.com/office/officeart/2005/8/layout/process4"/>
    <dgm:cxn modelId="{B277B9CC-3E3A-4CD7-8040-A1EB99C19E6C}" srcId="{E9518E7B-5569-4297-88BD-0259CDE6787F}" destId="{0718398E-7D64-45A9-B9A1-600A6BAA9BF4}" srcOrd="1" destOrd="0" parTransId="{B0C2B6BD-6590-47A3-9442-CB6F4A951DD2}" sibTransId="{96ED1B3D-86F0-47C2-9B37-11803E33C8BF}"/>
    <dgm:cxn modelId="{16FEC6D0-1F52-4B91-B671-8F7C10416786}" type="presOf" srcId="{0CC7D8DB-7FCD-4A5B-B79F-50320D61C151}" destId="{25A80E21-423F-454F-B1D6-E95CDC826267}" srcOrd="0" destOrd="0" presId="urn:microsoft.com/office/officeart/2005/8/layout/process4"/>
    <dgm:cxn modelId="{930E53D1-B3FD-4F8B-BD99-1F9CBA463367}" type="presOf" srcId="{E56BA9C3-4049-4B8D-B2BA-08F2E636F238}" destId="{982D6CEF-848D-4E4D-870E-43ED85644D81}" srcOrd="0" destOrd="0" presId="urn:microsoft.com/office/officeart/2005/8/layout/process4"/>
    <dgm:cxn modelId="{B09C56D3-6FA0-488A-9BB7-175F7580DFEA}" srcId="{E9518E7B-5569-4297-88BD-0259CDE6787F}" destId="{8BDBF6B5-18B7-4DAF-8136-277A80AEAD71}" srcOrd="3" destOrd="0" parTransId="{1A55D6FC-AE6F-49D7-BE1A-3FEC161C156D}" sibTransId="{57F4EED7-8CE4-4998-9EA9-76D1F6EC0D60}"/>
    <dgm:cxn modelId="{4624C7D6-89F5-44F4-9D21-D18F98B1BB17}" type="presOf" srcId="{0718398E-7D64-45A9-B9A1-600A6BAA9BF4}" destId="{6B62CF3A-B222-4837-9564-2D3E9CE3D753}" srcOrd="0" destOrd="0" presId="urn:microsoft.com/office/officeart/2005/8/layout/process4"/>
    <dgm:cxn modelId="{DD321AE0-46A7-46ED-AAA5-5B64C4C10C0C}" srcId="{5D74CB7D-0D3C-40D7-A72E-2DDE3EAC56C3}" destId="{718C4008-DE3D-431D-A70D-E1F9F437CE34}" srcOrd="3" destOrd="0" parTransId="{843D4BA4-CCCD-4465-99D0-FC74D30632E1}" sibTransId="{E60A8CFD-A683-408C-9DAC-988CDA177140}"/>
    <dgm:cxn modelId="{236CBCE0-1713-4A2F-B234-48896ED191D8}" type="presOf" srcId="{875A5FB0-1E7A-42F2-8100-D0A6439F86B8}" destId="{A89D86A9-EAE7-4CAD-9A9A-A5FF58BF1E53}" srcOrd="0" destOrd="0" presId="urn:microsoft.com/office/officeart/2005/8/layout/process4"/>
    <dgm:cxn modelId="{842314E7-207D-4F00-810E-6E63E30006BE}" srcId="{5D74CB7D-0D3C-40D7-A72E-2DDE3EAC56C3}" destId="{D12977F8-1507-40A1-9E59-EF95F75CB463}" srcOrd="1" destOrd="0" parTransId="{5A964009-FA21-4984-98CF-D7DCEDDB09EA}" sibTransId="{86BAB31F-A6BF-47E3-90D4-630795AEE0BC}"/>
    <dgm:cxn modelId="{24B460E8-A4CA-4D36-9D07-DCDEDE4E39AD}" srcId="{875A5FB0-1E7A-42F2-8100-D0A6439F86B8}" destId="{07C53DB6-F15A-4815-AC99-A6784BF928DE}" srcOrd="2" destOrd="0" parTransId="{59988591-563C-499E-8A31-AC239B6B5420}" sibTransId="{B31AC19D-2BCF-4EDD-8BF8-66165AA6D86E}"/>
    <dgm:cxn modelId="{1EA4A7EE-4859-4BCD-A8EF-6C05CC7D22CF}" srcId="{875A5FB0-1E7A-42F2-8100-D0A6439F86B8}" destId="{5D74CB7D-0D3C-40D7-A72E-2DDE3EAC56C3}" srcOrd="1" destOrd="0" parTransId="{F41AAD81-CF3A-4306-BA28-F2182DEF9CD7}" sibTransId="{8F21855F-AE0D-417C-93B0-D92BCD252AB4}"/>
    <dgm:cxn modelId="{1E2E08F8-44EB-4D06-985B-7337E2048E0D}" srcId="{5D74CB7D-0D3C-40D7-A72E-2DDE3EAC56C3}" destId="{9B403236-6A10-4AE0-B2A7-F55BCD7C3F3B}" srcOrd="2" destOrd="0" parTransId="{85F82A9D-1CAE-4CC2-92F9-BDAB3811F284}" sibTransId="{EF5E189A-BA6A-44D5-BF0C-EC37D1E3ED80}"/>
    <dgm:cxn modelId="{06BCAA65-9C77-46C4-9F0B-4D9B7F957832}" type="presParOf" srcId="{A89D86A9-EAE7-4CAD-9A9A-A5FF58BF1E53}" destId="{B911C4AB-69F5-4617-B5BA-644E8822FF52}" srcOrd="0" destOrd="0" presId="urn:microsoft.com/office/officeart/2005/8/layout/process4"/>
    <dgm:cxn modelId="{991FD1A8-0802-4330-A86B-8B44D3402A45}" type="presParOf" srcId="{B911C4AB-69F5-4617-B5BA-644E8822FF52}" destId="{8AB94397-67FB-4A12-BBFA-E857B8D56A4C}" srcOrd="0" destOrd="0" presId="urn:microsoft.com/office/officeart/2005/8/layout/process4"/>
    <dgm:cxn modelId="{43196260-4ADC-4C7C-A6C6-0EB45B702F79}" type="presParOf" srcId="{B911C4AB-69F5-4617-B5BA-644E8822FF52}" destId="{F6A45E67-9AE2-4772-BF4D-419A76240639}" srcOrd="1" destOrd="0" presId="urn:microsoft.com/office/officeart/2005/8/layout/process4"/>
    <dgm:cxn modelId="{5122BF90-86CB-4D9B-95AA-FAED3BDFA455}" type="presParOf" srcId="{B911C4AB-69F5-4617-B5BA-644E8822FF52}" destId="{50239DEF-6D29-44D6-8C07-90AC2C6953F8}" srcOrd="2" destOrd="0" presId="urn:microsoft.com/office/officeart/2005/8/layout/process4"/>
    <dgm:cxn modelId="{D7337700-AA99-43EF-8E5D-6919E1711617}" type="presParOf" srcId="{50239DEF-6D29-44D6-8C07-90AC2C6953F8}" destId="{25A80E21-423F-454F-B1D6-E95CDC826267}" srcOrd="0" destOrd="0" presId="urn:microsoft.com/office/officeart/2005/8/layout/process4"/>
    <dgm:cxn modelId="{9D41876B-AF90-49BE-A802-3182888E69B0}" type="presParOf" srcId="{50239DEF-6D29-44D6-8C07-90AC2C6953F8}" destId="{94AA13BB-C9A4-42CA-8266-4B4C2166BD2E}" srcOrd="1" destOrd="0" presId="urn:microsoft.com/office/officeart/2005/8/layout/process4"/>
    <dgm:cxn modelId="{E1B85B8E-2938-4BAB-8006-671D87011394}" type="presParOf" srcId="{50239DEF-6D29-44D6-8C07-90AC2C6953F8}" destId="{991E7ED2-DCBF-4372-8502-4A39E87CB8B2}" srcOrd="2" destOrd="0" presId="urn:microsoft.com/office/officeart/2005/8/layout/process4"/>
    <dgm:cxn modelId="{CBA5C26D-C29A-4BE8-B49E-CC07A94A9E74}" type="presParOf" srcId="{A89D86A9-EAE7-4CAD-9A9A-A5FF58BF1E53}" destId="{2E8B5900-D87F-4139-B966-60651F9F8F10}" srcOrd="1" destOrd="0" presId="urn:microsoft.com/office/officeart/2005/8/layout/process4"/>
    <dgm:cxn modelId="{39C01230-C5A2-4058-9608-7156D6355803}" type="presParOf" srcId="{A89D86A9-EAE7-4CAD-9A9A-A5FF58BF1E53}" destId="{930F0470-4F5B-4F64-97F1-D5B06387FB9C}" srcOrd="2" destOrd="0" presId="urn:microsoft.com/office/officeart/2005/8/layout/process4"/>
    <dgm:cxn modelId="{360E393F-5CC8-4DE2-8F01-55335FD6367D}" type="presParOf" srcId="{930F0470-4F5B-4F64-97F1-D5B06387FB9C}" destId="{4F95D190-BDF8-493E-9CB2-5D85A4832634}" srcOrd="0" destOrd="0" presId="urn:microsoft.com/office/officeart/2005/8/layout/process4"/>
    <dgm:cxn modelId="{15AF604E-C0F0-4EC6-98FF-F715A206B879}" type="presParOf" srcId="{930F0470-4F5B-4F64-97F1-D5B06387FB9C}" destId="{83002201-70C0-44E4-839C-B5CD2F93F669}" srcOrd="1" destOrd="0" presId="urn:microsoft.com/office/officeart/2005/8/layout/process4"/>
    <dgm:cxn modelId="{D7FFF757-AAEA-42DE-B4B8-A2E35F205793}" type="presParOf" srcId="{930F0470-4F5B-4F64-97F1-D5B06387FB9C}" destId="{6E55EF70-80CF-49D4-86E0-BCCD10D4F3D4}" srcOrd="2" destOrd="0" presId="urn:microsoft.com/office/officeart/2005/8/layout/process4"/>
    <dgm:cxn modelId="{22A58233-3D8B-4AF6-BCC2-4BC469F2B892}" type="presParOf" srcId="{6E55EF70-80CF-49D4-86E0-BCCD10D4F3D4}" destId="{BD674CE6-DB0A-48A0-88A6-4D2F5F85DF29}" srcOrd="0" destOrd="0" presId="urn:microsoft.com/office/officeart/2005/8/layout/process4"/>
    <dgm:cxn modelId="{445C94B6-CB25-4EF3-B3F9-BE81C65DC697}" type="presParOf" srcId="{6E55EF70-80CF-49D4-86E0-BCCD10D4F3D4}" destId="{E14B1ADF-790D-41F6-87A5-821AAFB8BF0D}" srcOrd="1" destOrd="0" presId="urn:microsoft.com/office/officeart/2005/8/layout/process4"/>
    <dgm:cxn modelId="{B4B3A5C0-6373-4862-A53D-CC1A07BAD458}" type="presParOf" srcId="{A89D86A9-EAE7-4CAD-9A9A-A5FF58BF1E53}" destId="{7B7C5D0F-A40C-4D95-9CDA-8E920EFCF7F8}" srcOrd="3" destOrd="0" presId="urn:microsoft.com/office/officeart/2005/8/layout/process4"/>
    <dgm:cxn modelId="{38794123-3463-42CA-998C-D726071ABB79}" type="presParOf" srcId="{A89D86A9-EAE7-4CAD-9A9A-A5FF58BF1E53}" destId="{EDDDCAC8-67E0-437F-A759-94B1F739CCF1}" srcOrd="4" destOrd="0" presId="urn:microsoft.com/office/officeart/2005/8/layout/process4"/>
    <dgm:cxn modelId="{7A4EC20B-1265-43C1-B5B9-1ED1C5F9C6D5}" type="presParOf" srcId="{EDDDCAC8-67E0-437F-A759-94B1F739CCF1}" destId="{2242DACD-C364-4CEC-9BDE-42A7A81DBB94}" srcOrd="0" destOrd="0" presId="urn:microsoft.com/office/officeart/2005/8/layout/process4"/>
    <dgm:cxn modelId="{52E6AD4C-2248-4E93-ABAE-600E9EAB3B49}" type="presParOf" srcId="{EDDDCAC8-67E0-437F-A759-94B1F739CCF1}" destId="{9DF49476-2634-4A51-BBB4-9FBE4C63FAA7}" srcOrd="1" destOrd="0" presId="urn:microsoft.com/office/officeart/2005/8/layout/process4"/>
    <dgm:cxn modelId="{8BE32662-0F8C-45A8-BFAF-A1CF5C30B5DC}" type="presParOf" srcId="{EDDDCAC8-67E0-437F-A759-94B1F739CCF1}" destId="{BF0BF629-55DB-4BF0-96BE-540D1D8DBFB8}" srcOrd="2" destOrd="0" presId="urn:microsoft.com/office/officeart/2005/8/layout/process4"/>
    <dgm:cxn modelId="{69B1E237-01EE-4B33-8F99-FBF58FF5749A}" type="presParOf" srcId="{BF0BF629-55DB-4BF0-96BE-540D1D8DBFB8}" destId="{A9279CF7-DA65-4138-8CF9-FAD914FFF0B3}" srcOrd="0" destOrd="0" presId="urn:microsoft.com/office/officeart/2005/8/layout/process4"/>
    <dgm:cxn modelId="{E5BC8670-8896-45B7-A652-ADEE89331DB9}" type="presParOf" srcId="{BF0BF629-55DB-4BF0-96BE-540D1D8DBFB8}" destId="{9FB7E35E-CBF4-40A7-901B-36845D7DB108}" srcOrd="1" destOrd="0" presId="urn:microsoft.com/office/officeart/2005/8/layout/process4"/>
    <dgm:cxn modelId="{201BC28D-67D7-4DE5-AEE1-39AF6B6DB188}" type="presParOf" srcId="{BF0BF629-55DB-4BF0-96BE-540D1D8DBFB8}" destId="{DE416063-1D66-40DE-8B71-098CCF62470B}" srcOrd="2" destOrd="0" presId="urn:microsoft.com/office/officeart/2005/8/layout/process4"/>
    <dgm:cxn modelId="{894B88EA-EAC3-4E62-901E-0AEBBBF919C1}" type="presParOf" srcId="{BF0BF629-55DB-4BF0-96BE-540D1D8DBFB8}" destId="{A2CBE707-8858-41D2-8E77-F329B17CD480}" srcOrd="3" destOrd="0" presId="urn:microsoft.com/office/officeart/2005/8/layout/process4"/>
    <dgm:cxn modelId="{4AA4CAB9-9E91-4CAC-B313-FA5BB862BA65}" type="presParOf" srcId="{A89D86A9-EAE7-4CAD-9A9A-A5FF58BF1E53}" destId="{27D33B0F-6FF3-406E-843A-BB4F219D0DB6}" srcOrd="5" destOrd="0" presId="urn:microsoft.com/office/officeart/2005/8/layout/process4"/>
    <dgm:cxn modelId="{DE81977F-2128-470E-B653-387A05458303}" type="presParOf" srcId="{A89D86A9-EAE7-4CAD-9A9A-A5FF58BF1E53}" destId="{B0B8EB61-C21C-4487-BDEF-6B0344304F65}" srcOrd="6" destOrd="0" presId="urn:microsoft.com/office/officeart/2005/8/layout/process4"/>
    <dgm:cxn modelId="{19C0CEDF-16C6-421B-BDB3-05AAE5425173}" type="presParOf" srcId="{B0B8EB61-C21C-4487-BDEF-6B0344304F65}" destId="{68B3AE81-AAFE-4F8A-8817-43382F61AD9D}" srcOrd="0" destOrd="0" presId="urn:microsoft.com/office/officeart/2005/8/layout/process4"/>
    <dgm:cxn modelId="{D6530C1B-6227-4910-9ED8-7A8DBB494557}" type="presParOf" srcId="{B0B8EB61-C21C-4487-BDEF-6B0344304F65}" destId="{D81B0554-64EE-48BC-9678-60057AFB767F}" srcOrd="1" destOrd="0" presId="urn:microsoft.com/office/officeart/2005/8/layout/process4"/>
    <dgm:cxn modelId="{4AF86520-80D9-4B8B-989C-E9E89AEFB78E}" type="presParOf" srcId="{B0B8EB61-C21C-4487-BDEF-6B0344304F65}" destId="{1B497B87-D80F-43E9-8DC7-09865E47BE9C}" srcOrd="2" destOrd="0" presId="urn:microsoft.com/office/officeart/2005/8/layout/process4"/>
    <dgm:cxn modelId="{F2307E62-FC90-499F-9FA6-BC4572BE42C2}" type="presParOf" srcId="{1B497B87-D80F-43E9-8DC7-09865E47BE9C}" destId="{A144FE86-1899-4CBF-8209-7CB8DB72E655}" srcOrd="0" destOrd="0" presId="urn:microsoft.com/office/officeart/2005/8/layout/process4"/>
    <dgm:cxn modelId="{B2D1E221-0CC6-4F75-8B25-9E60F5DA82D0}" type="presParOf" srcId="{1B497B87-D80F-43E9-8DC7-09865E47BE9C}" destId="{6B62CF3A-B222-4837-9564-2D3E9CE3D753}" srcOrd="1" destOrd="0" presId="urn:microsoft.com/office/officeart/2005/8/layout/process4"/>
    <dgm:cxn modelId="{55ABD221-6CA7-45F6-B98E-B0DD9A232527}" type="presParOf" srcId="{1B497B87-D80F-43E9-8DC7-09865E47BE9C}" destId="{982D6CEF-848D-4E4D-870E-43ED85644D81}" srcOrd="2" destOrd="0" presId="urn:microsoft.com/office/officeart/2005/8/layout/process4"/>
    <dgm:cxn modelId="{29E25F78-E4B6-420F-B65C-EB2A790CAA63}" type="presParOf" srcId="{1B497B87-D80F-43E9-8DC7-09865E47BE9C}" destId="{BB00B998-2A0A-43D7-938F-D1D083E56D17}" srcOrd="3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45E67-9AE2-4772-BF4D-419A76240639}">
      <dsp:nvSpPr>
        <dsp:cNvPr id="0" name=""/>
        <dsp:cNvSpPr/>
      </dsp:nvSpPr>
      <dsp:spPr>
        <a:xfrm>
          <a:off x="0" y="4589825"/>
          <a:ext cx="4269347" cy="10041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Evaluation</a:t>
          </a:r>
        </a:p>
      </dsp:txBody>
      <dsp:txXfrm>
        <a:off x="0" y="4589825"/>
        <a:ext cx="4269347" cy="542236"/>
      </dsp:txXfrm>
    </dsp:sp>
    <dsp:sp modelId="{25A80E21-423F-454F-B1D6-E95CDC826267}">
      <dsp:nvSpPr>
        <dsp:cNvPr id="0" name=""/>
        <dsp:cNvSpPr/>
      </dsp:nvSpPr>
      <dsp:spPr>
        <a:xfrm>
          <a:off x="2084" y="5111979"/>
          <a:ext cx="1421725" cy="46190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Predict antibody binding affinity with </a:t>
          </a:r>
          <a:r>
            <a:rPr lang="en-US" sz="800" i="1" kern="1200" dirty="0">
              <a:latin typeface="Arial" panose="020B0604020202020204" pitchFamily="34" charset="0"/>
              <a:cs typeface="Arial" panose="020B0604020202020204" pitchFamily="34" charset="0"/>
            </a:rPr>
            <a:t>HADDOCK3</a:t>
          </a:r>
        </a:p>
      </dsp:txBody>
      <dsp:txXfrm>
        <a:off x="2084" y="5111979"/>
        <a:ext cx="1421725" cy="461905"/>
      </dsp:txXfrm>
    </dsp:sp>
    <dsp:sp modelId="{94AA13BB-C9A4-42CA-8266-4B4C2166BD2E}">
      <dsp:nvSpPr>
        <dsp:cNvPr id="0" name=""/>
        <dsp:cNvSpPr/>
      </dsp:nvSpPr>
      <dsp:spPr>
        <a:xfrm>
          <a:off x="1423810" y="5111979"/>
          <a:ext cx="1421725" cy="46190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Predict protein complex stability with </a:t>
          </a:r>
          <a:r>
            <a:rPr lang="en-US" sz="800" i="1" kern="1200" dirty="0" err="1">
              <a:latin typeface="Arial" panose="020B0604020202020204" pitchFamily="34" charset="0"/>
              <a:cs typeface="Arial" panose="020B0604020202020204" pitchFamily="34" charset="0"/>
            </a:rPr>
            <a:t>FoldX</a:t>
          </a:r>
          <a:endParaRPr lang="en-US" sz="800" i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23810" y="5111979"/>
        <a:ext cx="1421725" cy="461905"/>
      </dsp:txXfrm>
    </dsp:sp>
    <dsp:sp modelId="{991E7ED2-DCBF-4372-8502-4A39E87CB8B2}">
      <dsp:nvSpPr>
        <dsp:cNvPr id="0" name=""/>
        <dsp:cNvSpPr/>
      </dsp:nvSpPr>
      <dsp:spPr>
        <a:xfrm>
          <a:off x="2845536" y="5111979"/>
          <a:ext cx="1421725" cy="46190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Predict </a:t>
          </a:r>
          <a:r>
            <a:rPr lang="en-US" sz="800" kern="1200" dirty="0" err="1">
              <a:latin typeface="Arial" panose="020B0604020202020204" pitchFamily="34" charset="0"/>
              <a:cs typeface="Arial" panose="020B0604020202020204" pitchFamily="34" charset="0"/>
            </a:rPr>
            <a:t>Fv</a:t>
          </a: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 sequence humanness with </a:t>
          </a:r>
          <a:r>
            <a:rPr lang="en-US" sz="800" i="1" kern="1200" dirty="0" err="1">
              <a:latin typeface="Arial" panose="020B0604020202020204" pitchFamily="34" charset="0"/>
              <a:cs typeface="Arial" panose="020B0604020202020204" pitchFamily="34" charset="0"/>
            </a:rPr>
            <a:t>Humatch</a:t>
          </a:r>
          <a:endParaRPr lang="en-US" sz="800" i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845536" y="5111979"/>
        <a:ext cx="1421725" cy="461905"/>
      </dsp:txXfrm>
    </dsp:sp>
    <dsp:sp modelId="{83002201-70C0-44E4-839C-B5CD2F93F669}">
      <dsp:nvSpPr>
        <dsp:cNvPr id="0" name=""/>
        <dsp:cNvSpPr/>
      </dsp:nvSpPr>
      <dsp:spPr>
        <a:xfrm rot="10800000">
          <a:off x="0" y="3060518"/>
          <a:ext cx="4269347" cy="154436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Inferencing</a:t>
          </a:r>
        </a:p>
      </dsp:txBody>
      <dsp:txXfrm rot="-10800000">
        <a:off x="0" y="3060518"/>
        <a:ext cx="4269347" cy="542073"/>
      </dsp:txXfrm>
    </dsp:sp>
    <dsp:sp modelId="{BD674CE6-DB0A-48A0-88A6-4D2F5F85DF29}">
      <dsp:nvSpPr>
        <dsp:cNvPr id="0" name=""/>
        <dsp:cNvSpPr/>
      </dsp:nvSpPr>
      <dsp:spPr>
        <a:xfrm>
          <a:off x="0" y="3602591"/>
          <a:ext cx="2134673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Generate 50 </a:t>
          </a:r>
          <a:r>
            <a:rPr lang="en-US" sz="800" kern="1200" dirty="0" err="1">
              <a:latin typeface="Arial" panose="020B0604020202020204" pitchFamily="34" charset="0"/>
              <a:cs typeface="Arial" panose="020B0604020202020204" pitchFamily="34" charset="0"/>
            </a:rPr>
            <a:t>Fv</a:t>
          </a: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 sequences for each antigen and model</a:t>
          </a:r>
        </a:p>
      </dsp:txBody>
      <dsp:txXfrm>
        <a:off x="0" y="3602591"/>
        <a:ext cx="2134673" cy="461766"/>
      </dsp:txXfrm>
    </dsp:sp>
    <dsp:sp modelId="{E14B1ADF-790D-41F6-87A5-821AAFB8BF0D}">
      <dsp:nvSpPr>
        <dsp:cNvPr id="0" name=""/>
        <dsp:cNvSpPr/>
      </dsp:nvSpPr>
      <dsp:spPr>
        <a:xfrm>
          <a:off x="2134673" y="3602591"/>
          <a:ext cx="2134673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Fold each generated </a:t>
          </a:r>
          <a:r>
            <a:rPr lang="en-US" sz="800" kern="1200" dirty="0" err="1">
              <a:latin typeface="Arial" panose="020B0604020202020204" pitchFamily="34" charset="0"/>
              <a:cs typeface="Arial" panose="020B0604020202020204" pitchFamily="34" charset="0"/>
            </a:rPr>
            <a:t>Fv</a:t>
          </a: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 sequence and antigen as a multimer with </a:t>
          </a:r>
          <a:r>
            <a:rPr lang="en-US" sz="800" i="1" kern="1200" dirty="0">
              <a:latin typeface="Arial" panose="020B0604020202020204" pitchFamily="34" charset="0"/>
              <a:cs typeface="Arial" panose="020B0604020202020204" pitchFamily="34" charset="0"/>
            </a:rPr>
            <a:t>ESM3</a:t>
          </a:r>
          <a:endParaRPr lang="en-US" sz="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34673" y="3602591"/>
        <a:ext cx="2134673" cy="461766"/>
      </dsp:txXfrm>
    </dsp:sp>
    <dsp:sp modelId="{9DF49476-2634-4A51-BBB4-9FBE4C63FAA7}">
      <dsp:nvSpPr>
        <dsp:cNvPr id="0" name=""/>
        <dsp:cNvSpPr/>
      </dsp:nvSpPr>
      <dsp:spPr>
        <a:xfrm rot="10800000">
          <a:off x="0" y="1531210"/>
          <a:ext cx="4269347" cy="154436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Model Tuning</a:t>
          </a:r>
        </a:p>
      </dsp:txBody>
      <dsp:txXfrm rot="-10800000">
        <a:off x="0" y="1531210"/>
        <a:ext cx="4269347" cy="542073"/>
      </dsp:txXfrm>
    </dsp:sp>
    <dsp:sp modelId="{A9279CF7-DA65-4138-8CF9-FAD914FFF0B3}">
      <dsp:nvSpPr>
        <dsp:cNvPr id="0" name=""/>
        <dsp:cNvSpPr/>
      </dsp:nvSpPr>
      <dsp:spPr>
        <a:xfrm>
          <a:off x="0" y="2073284"/>
          <a:ext cx="1067336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Retrieve open-source model from Hugging Face</a:t>
          </a:r>
        </a:p>
      </dsp:txBody>
      <dsp:txXfrm>
        <a:off x="0" y="2073284"/>
        <a:ext cx="1067336" cy="461766"/>
      </dsp:txXfrm>
    </dsp:sp>
    <dsp:sp modelId="{9FB7E35E-CBF4-40A7-901B-36845D7DB108}">
      <dsp:nvSpPr>
        <dsp:cNvPr id="0" name=""/>
        <dsp:cNvSpPr/>
      </dsp:nvSpPr>
      <dsp:spPr>
        <a:xfrm>
          <a:off x="1067336" y="2073284"/>
          <a:ext cx="1067336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Update tokenizer with </a:t>
          </a:r>
          <a:r>
            <a:rPr lang="en-US" sz="800" i="1" kern="1200" dirty="0">
              <a:latin typeface="Arial" panose="020B0604020202020204" pitchFamily="34" charset="0"/>
              <a:cs typeface="Arial" panose="020B0604020202020204" pitchFamily="34" charset="0"/>
            </a:rPr>
            <a:t>transformers</a:t>
          </a:r>
        </a:p>
      </dsp:txBody>
      <dsp:txXfrm>
        <a:off x="1067336" y="2073284"/>
        <a:ext cx="1067336" cy="461766"/>
      </dsp:txXfrm>
    </dsp:sp>
    <dsp:sp modelId="{DE416063-1D66-40DE-8B71-098CCF62470B}">
      <dsp:nvSpPr>
        <dsp:cNvPr id="0" name=""/>
        <dsp:cNvSpPr/>
      </dsp:nvSpPr>
      <dsp:spPr>
        <a:xfrm>
          <a:off x="2134673" y="2073284"/>
          <a:ext cx="1067336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Set up PEFT adapter</a:t>
          </a:r>
        </a:p>
      </dsp:txBody>
      <dsp:txXfrm>
        <a:off x="2134673" y="2073284"/>
        <a:ext cx="1067336" cy="461766"/>
      </dsp:txXfrm>
    </dsp:sp>
    <dsp:sp modelId="{A2CBE707-8858-41D2-8E77-F329B17CD480}">
      <dsp:nvSpPr>
        <dsp:cNvPr id="0" name=""/>
        <dsp:cNvSpPr/>
      </dsp:nvSpPr>
      <dsp:spPr>
        <a:xfrm>
          <a:off x="3202010" y="2073284"/>
          <a:ext cx="1067336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Tune model for </a:t>
          </a:r>
          <a:r>
            <a:rPr lang="en-US" sz="800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 epochs</a:t>
          </a:r>
        </a:p>
      </dsp:txBody>
      <dsp:txXfrm>
        <a:off x="3202010" y="2073284"/>
        <a:ext cx="1067336" cy="461766"/>
      </dsp:txXfrm>
    </dsp:sp>
    <dsp:sp modelId="{D81B0554-64EE-48BC-9678-60057AFB767F}">
      <dsp:nvSpPr>
        <dsp:cNvPr id="0" name=""/>
        <dsp:cNvSpPr/>
      </dsp:nvSpPr>
      <dsp:spPr>
        <a:xfrm rot="10800000">
          <a:off x="0" y="1902"/>
          <a:ext cx="4269347" cy="1544369"/>
        </a:xfrm>
        <a:prstGeom prst="upArrowCallou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Arial" panose="020B0604020202020204" pitchFamily="34" charset="0"/>
              <a:cs typeface="Arial" panose="020B0604020202020204" pitchFamily="34" charset="0"/>
            </a:rPr>
            <a:t>Data Curation</a:t>
          </a:r>
        </a:p>
      </dsp:txBody>
      <dsp:txXfrm rot="-10800000">
        <a:off x="0" y="1902"/>
        <a:ext cx="4269347" cy="542073"/>
      </dsp:txXfrm>
    </dsp:sp>
    <dsp:sp modelId="{A144FE86-1899-4CBF-8209-7CB8DB72E655}">
      <dsp:nvSpPr>
        <dsp:cNvPr id="0" name=""/>
        <dsp:cNvSpPr/>
      </dsp:nvSpPr>
      <dsp:spPr>
        <a:xfrm>
          <a:off x="0" y="543976"/>
          <a:ext cx="1067336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Collect sequence data from </a:t>
          </a:r>
          <a:r>
            <a:rPr lang="en-US" sz="800" i="1" kern="1200" dirty="0" err="1">
              <a:latin typeface="Arial" panose="020B0604020202020204" pitchFamily="34" charset="0"/>
              <a:cs typeface="Arial" panose="020B0604020202020204" pitchFamily="34" charset="0"/>
            </a:rPr>
            <a:t>SAbDab</a:t>
          </a:r>
          <a:endParaRPr lang="en-US" sz="800" i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543976"/>
        <a:ext cx="1067336" cy="461766"/>
      </dsp:txXfrm>
    </dsp:sp>
    <dsp:sp modelId="{6B62CF3A-B222-4837-9564-2D3E9CE3D753}">
      <dsp:nvSpPr>
        <dsp:cNvPr id="0" name=""/>
        <dsp:cNvSpPr/>
      </dsp:nvSpPr>
      <dsp:spPr>
        <a:xfrm>
          <a:off x="1067336" y="543976"/>
          <a:ext cx="1067336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Download full PDB entries</a:t>
          </a:r>
        </a:p>
      </dsp:txBody>
      <dsp:txXfrm>
        <a:off x="1067336" y="543976"/>
        <a:ext cx="1067336" cy="461766"/>
      </dsp:txXfrm>
    </dsp:sp>
    <dsp:sp modelId="{982D6CEF-848D-4E4D-870E-43ED85644D81}">
      <dsp:nvSpPr>
        <dsp:cNvPr id="0" name=""/>
        <dsp:cNvSpPr/>
      </dsp:nvSpPr>
      <dsp:spPr>
        <a:xfrm>
          <a:off x="2134673" y="543976"/>
          <a:ext cx="1067336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Retrieve antibody and antigen sequences</a:t>
          </a:r>
        </a:p>
      </dsp:txBody>
      <dsp:txXfrm>
        <a:off x="2134673" y="543976"/>
        <a:ext cx="1067336" cy="461766"/>
      </dsp:txXfrm>
    </dsp:sp>
    <dsp:sp modelId="{BB00B998-2A0A-43D7-938F-D1D083E56D17}">
      <dsp:nvSpPr>
        <dsp:cNvPr id="0" name=""/>
        <dsp:cNvSpPr/>
      </dsp:nvSpPr>
      <dsp:spPr>
        <a:xfrm>
          <a:off x="3202010" y="543976"/>
          <a:ext cx="1067336" cy="461766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" panose="020B0604020202020204" pitchFamily="34" charset="0"/>
              <a:cs typeface="Arial" panose="020B0604020202020204" pitchFamily="34" charset="0"/>
            </a:rPr>
            <a:t>Detect epitope residues</a:t>
          </a:r>
        </a:p>
      </dsp:txBody>
      <dsp:txXfrm>
        <a:off x="3202010" y="543976"/>
        <a:ext cx="1067336" cy="4617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7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841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5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1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2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9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88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6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833EF-9F24-4392-9D9E-840CC6E30A1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9F5417-4E87-481E-A3CC-F4F2CE46F1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5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28851D7-862C-5E26-F2BF-19AE261324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5963423"/>
              </p:ext>
            </p:extLst>
          </p:nvPr>
        </p:nvGraphicFramePr>
        <p:xfrm>
          <a:off x="3045853" y="431443"/>
          <a:ext cx="4269347" cy="5595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9139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39A97-05D9-05A4-2F2F-7AA3B734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F94E17-B95B-67F9-F4BC-FA98731AFA20}"/>
              </a:ext>
            </a:extLst>
          </p:cNvPr>
          <p:cNvSpPr/>
          <p:nvPr/>
        </p:nvSpPr>
        <p:spPr>
          <a:xfrm>
            <a:off x="3047937" y="3825239"/>
            <a:ext cx="1421725" cy="461905"/>
          </a:xfrm>
          <a:custGeom>
            <a:avLst/>
            <a:gdLst>
              <a:gd name="connsiteX0" fmla="*/ 0 w 1421725"/>
              <a:gd name="connsiteY0" fmla="*/ 0 h 461905"/>
              <a:gd name="connsiteX1" fmla="*/ 1421725 w 1421725"/>
              <a:gd name="connsiteY1" fmla="*/ 0 h 461905"/>
              <a:gd name="connsiteX2" fmla="*/ 1421725 w 1421725"/>
              <a:gd name="connsiteY2" fmla="*/ 461905 h 461905"/>
              <a:gd name="connsiteX3" fmla="*/ 0 w 1421725"/>
              <a:gd name="connsiteY3" fmla="*/ 461905 h 461905"/>
              <a:gd name="connsiteX4" fmla="*/ 0 w 1421725"/>
              <a:gd name="connsiteY4" fmla="*/ 0 h 46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1725" h="461905">
                <a:moveTo>
                  <a:pt x="0" y="0"/>
                </a:moveTo>
                <a:lnTo>
                  <a:pt x="1421725" y="0"/>
                </a:lnTo>
                <a:lnTo>
                  <a:pt x="1421725" y="461905"/>
                </a:lnTo>
                <a:lnTo>
                  <a:pt x="0" y="4619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Predict antibody binding affinity with </a:t>
            </a:r>
            <a:r>
              <a:rPr lang="en-US" sz="900" i="1" kern="1200" dirty="0">
                <a:latin typeface="Arial" panose="020B0604020202020204" pitchFamily="34" charset="0"/>
                <a:cs typeface="Arial" panose="020B0604020202020204" pitchFamily="34" charset="0"/>
              </a:rPr>
              <a:t>HADDOCK3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9F43B8-AE81-7F42-6077-75C4395C23A0}"/>
              </a:ext>
            </a:extLst>
          </p:cNvPr>
          <p:cNvSpPr/>
          <p:nvPr/>
        </p:nvSpPr>
        <p:spPr>
          <a:xfrm>
            <a:off x="4469663" y="3825239"/>
            <a:ext cx="1421725" cy="461905"/>
          </a:xfrm>
          <a:custGeom>
            <a:avLst/>
            <a:gdLst>
              <a:gd name="connsiteX0" fmla="*/ 0 w 1421725"/>
              <a:gd name="connsiteY0" fmla="*/ 0 h 461905"/>
              <a:gd name="connsiteX1" fmla="*/ 1421725 w 1421725"/>
              <a:gd name="connsiteY1" fmla="*/ 0 h 461905"/>
              <a:gd name="connsiteX2" fmla="*/ 1421725 w 1421725"/>
              <a:gd name="connsiteY2" fmla="*/ 461905 h 461905"/>
              <a:gd name="connsiteX3" fmla="*/ 0 w 1421725"/>
              <a:gd name="connsiteY3" fmla="*/ 461905 h 461905"/>
              <a:gd name="connsiteX4" fmla="*/ 0 w 1421725"/>
              <a:gd name="connsiteY4" fmla="*/ 0 h 46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1725" h="461905">
                <a:moveTo>
                  <a:pt x="0" y="0"/>
                </a:moveTo>
                <a:lnTo>
                  <a:pt x="1421725" y="0"/>
                </a:lnTo>
                <a:lnTo>
                  <a:pt x="1421725" y="461905"/>
                </a:lnTo>
                <a:lnTo>
                  <a:pt x="0" y="4619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Predict protein complex stability with </a:t>
            </a:r>
            <a:r>
              <a:rPr lang="en-US" sz="900" i="1" kern="1200" dirty="0" err="1">
                <a:latin typeface="Arial" panose="020B0604020202020204" pitchFamily="34" charset="0"/>
                <a:cs typeface="Arial" panose="020B0604020202020204" pitchFamily="34" charset="0"/>
              </a:rPr>
              <a:t>FoldX</a:t>
            </a:r>
            <a:endParaRPr lang="en-US" sz="900" i="1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A59123E-5429-AC8A-778F-E400B53BC590}"/>
              </a:ext>
            </a:extLst>
          </p:cNvPr>
          <p:cNvSpPr/>
          <p:nvPr/>
        </p:nvSpPr>
        <p:spPr>
          <a:xfrm>
            <a:off x="5891389" y="3825239"/>
            <a:ext cx="1421725" cy="461905"/>
          </a:xfrm>
          <a:custGeom>
            <a:avLst/>
            <a:gdLst>
              <a:gd name="connsiteX0" fmla="*/ 0 w 1421725"/>
              <a:gd name="connsiteY0" fmla="*/ 0 h 461905"/>
              <a:gd name="connsiteX1" fmla="*/ 1421725 w 1421725"/>
              <a:gd name="connsiteY1" fmla="*/ 0 h 461905"/>
              <a:gd name="connsiteX2" fmla="*/ 1421725 w 1421725"/>
              <a:gd name="connsiteY2" fmla="*/ 461905 h 461905"/>
              <a:gd name="connsiteX3" fmla="*/ 0 w 1421725"/>
              <a:gd name="connsiteY3" fmla="*/ 461905 h 461905"/>
              <a:gd name="connsiteX4" fmla="*/ 0 w 1421725"/>
              <a:gd name="connsiteY4" fmla="*/ 0 h 461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1725" h="461905">
                <a:moveTo>
                  <a:pt x="0" y="0"/>
                </a:moveTo>
                <a:lnTo>
                  <a:pt x="1421725" y="0"/>
                </a:lnTo>
                <a:lnTo>
                  <a:pt x="1421725" y="461905"/>
                </a:lnTo>
                <a:lnTo>
                  <a:pt x="0" y="461905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Predict </a:t>
            </a:r>
            <a:r>
              <a:rPr lang="en-US" sz="900" kern="1200" dirty="0" err="1">
                <a:latin typeface="Arial" panose="020B0604020202020204" pitchFamily="34" charset="0"/>
                <a:cs typeface="Arial" panose="020B0604020202020204" pitchFamily="34" charset="0"/>
              </a:rPr>
              <a:t>Fv</a:t>
            </a: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 sequence humanness with </a:t>
            </a:r>
            <a:r>
              <a:rPr lang="en-US" sz="900" i="1" kern="1200" dirty="0" err="1">
                <a:latin typeface="Arial" panose="020B0604020202020204" pitchFamily="34" charset="0"/>
                <a:cs typeface="Arial" panose="020B0604020202020204" pitchFamily="34" charset="0"/>
              </a:rPr>
              <a:t>Humatch</a:t>
            </a:r>
            <a:endParaRPr lang="en-US" sz="900" i="1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9F98485-2941-9EE5-2A67-D8A678F78313}"/>
              </a:ext>
            </a:extLst>
          </p:cNvPr>
          <p:cNvSpPr/>
          <p:nvPr/>
        </p:nvSpPr>
        <p:spPr>
          <a:xfrm>
            <a:off x="3045852" y="2874880"/>
            <a:ext cx="2134673" cy="461766"/>
          </a:xfrm>
          <a:custGeom>
            <a:avLst/>
            <a:gdLst>
              <a:gd name="connsiteX0" fmla="*/ 0 w 2134673"/>
              <a:gd name="connsiteY0" fmla="*/ 0 h 461766"/>
              <a:gd name="connsiteX1" fmla="*/ 2134673 w 2134673"/>
              <a:gd name="connsiteY1" fmla="*/ 0 h 461766"/>
              <a:gd name="connsiteX2" fmla="*/ 2134673 w 2134673"/>
              <a:gd name="connsiteY2" fmla="*/ 461766 h 461766"/>
              <a:gd name="connsiteX3" fmla="*/ 0 w 2134673"/>
              <a:gd name="connsiteY3" fmla="*/ 461766 h 461766"/>
              <a:gd name="connsiteX4" fmla="*/ 0 w 2134673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4673" h="461766">
                <a:moveTo>
                  <a:pt x="0" y="0"/>
                </a:moveTo>
                <a:lnTo>
                  <a:pt x="2134673" y="0"/>
                </a:lnTo>
                <a:lnTo>
                  <a:pt x="2134673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Generate 50 </a:t>
            </a:r>
            <a:r>
              <a:rPr lang="en-US" sz="900" kern="1200" dirty="0" err="1">
                <a:latin typeface="Arial" panose="020B0604020202020204" pitchFamily="34" charset="0"/>
                <a:cs typeface="Arial" panose="020B0604020202020204" pitchFamily="34" charset="0"/>
              </a:rPr>
              <a:t>Fv</a:t>
            </a: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 sequences for each antigen and model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9ACC68-5084-5ADD-3924-64AE5F68B1D3}"/>
              </a:ext>
            </a:extLst>
          </p:cNvPr>
          <p:cNvSpPr/>
          <p:nvPr/>
        </p:nvSpPr>
        <p:spPr>
          <a:xfrm>
            <a:off x="5180525" y="2874880"/>
            <a:ext cx="2134673" cy="461766"/>
          </a:xfrm>
          <a:custGeom>
            <a:avLst/>
            <a:gdLst>
              <a:gd name="connsiteX0" fmla="*/ 0 w 2134673"/>
              <a:gd name="connsiteY0" fmla="*/ 0 h 461766"/>
              <a:gd name="connsiteX1" fmla="*/ 2134673 w 2134673"/>
              <a:gd name="connsiteY1" fmla="*/ 0 h 461766"/>
              <a:gd name="connsiteX2" fmla="*/ 2134673 w 2134673"/>
              <a:gd name="connsiteY2" fmla="*/ 461766 h 461766"/>
              <a:gd name="connsiteX3" fmla="*/ 0 w 2134673"/>
              <a:gd name="connsiteY3" fmla="*/ 461766 h 461766"/>
              <a:gd name="connsiteX4" fmla="*/ 0 w 2134673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4673" h="461766">
                <a:moveTo>
                  <a:pt x="0" y="0"/>
                </a:moveTo>
                <a:lnTo>
                  <a:pt x="2134673" y="0"/>
                </a:lnTo>
                <a:lnTo>
                  <a:pt x="2134673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Fold each generated </a:t>
            </a:r>
            <a:r>
              <a:rPr lang="en-US" sz="900" kern="1200" dirty="0" err="1">
                <a:latin typeface="Arial" panose="020B0604020202020204" pitchFamily="34" charset="0"/>
                <a:cs typeface="Arial" panose="020B0604020202020204" pitchFamily="34" charset="0"/>
              </a:rPr>
              <a:t>Fv</a:t>
            </a: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 sequence and antigen 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together</a:t>
            </a: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 with ESM3/</a:t>
            </a:r>
            <a:r>
              <a:rPr lang="en-US" sz="900" i="1" kern="1200" dirty="0">
                <a:latin typeface="Arial" panose="020B0604020202020204" pitchFamily="34" charset="0"/>
                <a:cs typeface="Arial" panose="020B0604020202020204" pitchFamily="34" charset="0"/>
              </a:rPr>
              <a:t>Boltz-2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840F423-0101-7769-BBD1-141A37C164CB}"/>
              </a:ext>
            </a:extLst>
          </p:cNvPr>
          <p:cNvSpPr/>
          <p:nvPr/>
        </p:nvSpPr>
        <p:spPr>
          <a:xfrm>
            <a:off x="3045853" y="1924521"/>
            <a:ext cx="1067336" cy="461766"/>
          </a:xfrm>
          <a:custGeom>
            <a:avLst/>
            <a:gdLst>
              <a:gd name="connsiteX0" fmla="*/ 0 w 1067336"/>
              <a:gd name="connsiteY0" fmla="*/ 0 h 461766"/>
              <a:gd name="connsiteX1" fmla="*/ 1067336 w 1067336"/>
              <a:gd name="connsiteY1" fmla="*/ 0 h 461766"/>
              <a:gd name="connsiteX2" fmla="*/ 1067336 w 1067336"/>
              <a:gd name="connsiteY2" fmla="*/ 461766 h 461766"/>
              <a:gd name="connsiteX3" fmla="*/ 0 w 1067336"/>
              <a:gd name="connsiteY3" fmla="*/ 461766 h 461766"/>
              <a:gd name="connsiteX4" fmla="*/ 0 w 1067336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336" h="461766">
                <a:moveTo>
                  <a:pt x="0" y="0"/>
                </a:moveTo>
                <a:lnTo>
                  <a:pt x="1067336" y="0"/>
                </a:lnTo>
                <a:lnTo>
                  <a:pt x="1067336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Retrieve open-source model from Hugging Face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369EB16-3FAF-42A4-C5C1-C5B7727C0C4A}"/>
              </a:ext>
            </a:extLst>
          </p:cNvPr>
          <p:cNvSpPr/>
          <p:nvPr/>
        </p:nvSpPr>
        <p:spPr>
          <a:xfrm>
            <a:off x="4113189" y="1924521"/>
            <a:ext cx="1067336" cy="461766"/>
          </a:xfrm>
          <a:custGeom>
            <a:avLst/>
            <a:gdLst>
              <a:gd name="connsiteX0" fmla="*/ 0 w 1067336"/>
              <a:gd name="connsiteY0" fmla="*/ 0 h 461766"/>
              <a:gd name="connsiteX1" fmla="*/ 1067336 w 1067336"/>
              <a:gd name="connsiteY1" fmla="*/ 0 h 461766"/>
              <a:gd name="connsiteX2" fmla="*/ 1067336 w 1067336"/>
              <a:gd name="connsiteY2" fmla="*/ 461766 h 461766"/>
              <a:gd name="connsiteX3" fmla="*/ 0 w 1067336"/>
              <a:gd name="connsiteY3" fmla="*/ 461766 h 461766"/>
              <a:gd name="connsiteX4" fmla="*/ 0 w 1067336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336" h="461766">
                <a:moveTo>
                  <a:pt x="0" y="0"/>
                </a:moveTo>
                <a:lnTo>
                  <a:pt x="1067336" y="0"/>
                </a:lnTo>
                <a:lnTo>
                  <a:pt x="1067336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Update tokenizer with </a:t>
            </a:r>
            <a:r>
              <a:rPr lang="en-US" sz="900" i="1" kern="1200" dirty="0">
                <a:latin typeface="Arial" panose="020B0604020202020204" pitchFamily="34" charset="0"/>
                <a:cs typeface="Arial" panose="020B0604020202020204" pitchFamily="34" charset="0"/>
              </a:rPr>
              <a:t>transformers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9D8834A-189D-3523-9E15-942667C5AECF}"/>
              </a:ext>
            </a:extLst>
          </p:cNvPr>
          <p:cNvSpPr/>
          <p:nvPr/>
        </p:nvSpPr>
        <p:spPr>
          <a:xfrm>
            <a:off x="5180526" y="1924521"/>
            <a:ext cx="1067336" cy="461766"/>
          </a:xfrm>
          <a:custGeom>
            <a:avLst/>
            <a:gdLst>
              <a:gd name="connsiteX0" fmla="*/ 0 w 1067336"/>
              <a:gd name="connsiteY0" fmla="*/ 0 h 461766"/>
              <a:gd name="connsiteX1" fmla="*/ 1067336 w 1067336"/>
              <a:gd name="connsiteY1" fmla="*/ 0 h 461766"/>
              <a:gd name="connsiteX2" fmla="*/ 1067336 w 1067336"/>
              <a:gd name="connsiteY2" fmla="*/ 461766 h 461766"/>
              <a:gd name="connsiteX3" fmla="*/ 0 w 1067336"/>
              <a:gd name="connsiteY3" fmla="*/ 461766 h 461766"/>
              <a:gd name="connsiteX4" fmla="*/ 0 w 1067336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336" h="461766">
                <a:moveTo>
                  <a:pt x="0" y="0"/>
                </a:moveTo>
                <a:lnTo>
                  <a:pt x="1067336" y="0"/>
                </a:lnTo>
                <a:lnTo>
                  <a:pt x="1067336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Set up PEFT adapter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8267E52-C53C-9126-006D-6317F38AACB8}"/>
              </a:ext>
            </a:extLst>
          </p:cNvPr>
          <p:cNvSpPr/>
          <p:nvPr/>
        </p:nvSpPr>
        <p:spPr>
          <a:xfrm>
            <a:off x="6247863" y="1924521"/>
            <a:ext cx="1067336" cy="461766"/>
          </a:xfrm>
          <a:custGeom>
            <a:avLst/>
            <a:gdLst>
              <a:gd name="connsiteX0" fmla="*/ 0 w 1067336"/>
              <a:gd name="connsiteY0" fmla="*/ 0 h 461766"/>
              <a:gd name="connsiteX1" fmla="*/ 1067336 w 1067336"/>
              <a:gd name="connsiteY1" fmla="*/ 0 h 461766"/>
              <a:gd name="connsiteX2" fmla="*/ 1067336 w 1067336"/>
              <a:gd name="connsiteY2" fmla="*/ 461766 h 461766"/>
              <a:gd name="connsiteX3" fmla="*/ 0 w 1067336"/>
              <a:gd name="connsiteY3" fmla="*/ 461766 h 461766"/>
              <a:gd name="connsiteX4" fmla="*/ 0 w 1067336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336" h="461766">
                <a:moveTo>
                  <a:pt x="0" y="0"/>
                </a:moveTo>
                <a:lnTo>
                  <a:pt x="1067336" y="0"/>
                </a:lnTo>
                <a:lnTo>
                  <a:pt x="1067336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Tune model for multiple epochs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A7E4B0D-4770-0E13-DC6F-B5B6349AE32D}"/>
              </a:ext>
            </a:extLst>
          </p:cNvPr>
          <p:cNvSpPr/>
          <p:nvPr/>
        </p:nvSpPr>
        <p:spPr>
          <a:xfrm>
            <a:off x="3045853" y="975419"/>
            <a:ext cx="1067336" cy="461766"/>
          </a:xfrm>
          <a:custGeom>
            <a:avLst/>
            <a:gdLst>
              <a:gd name="connsiteX0" fmla="*/ 0 w 1067336"/>
              <a:gd name="connsiteY0" fmla="*/ 0 h 461766"/>
              <a:gd name="connsiteX1" fmla="*/ 1067336 w 1067336"/>
              <a:gd name="connsiteY1" fmla="*/ 0 h 461766"/>
              <a:gd name="connsiteX2" fmla="*/ 1067336 w 1067336"/>
              <a:gd name="connsiteY2" fmla="*/ 461766 h 461766"/>
              <a:gd name="connsiteX3" fmla="*/ 0 w 1067336"/>
              <a:gd name="connsiteY3" fmla="*/ 461766 h 461766"/>
              <a:gd name="connsiteX4" fmla="*/ 0 w 1067336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336" h="461766">
                <a:moveTo>
                  <a:pt x="0" y="0"/>
                </a:moveTo>
                <a:lnTo>
                  <a:pt x="1067336" y="0"/>
                </a:lnTo>
                <a:lnTo>
                  <a:pt x="1067336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Collect antibody data from </a:t>
            </a:r>
            <a:r>
              <a:rPr lang="en-US" sz="900" i="1" kern="1200" dirty="0" err="1">
                <a:latin typeface="Arial" panose="020B0604020202020204" pitchFamily="34" charset="0"/>
                <a:cs typeface="Arial" panose="020B0604020202020204" pitchFamily="34" charset="0"/>
              </a:rPr>
              <a:t>SAbDab</a:t>
            </a:r>
            <a:endParaRPr lang="en-US" sz="900" i="1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27BB55-A8C4-A005-8E86-F76E23D16BBE}"/>
              </a:ext>
            </a:extLst>
          </p:cNvPr>
          <p:cNvSpPr/>
          <p:nvPr/>
        </p:nvSpPr>
        <p:spPr>
          <a:xfrm>
            <a:off x="4113189" y="975419"/>
            <a:ext cx="1067336" cy="461766"/>
          </a:xfrm>
          <a:custGeom>
            <a:avLst/>
            <a:gdLst>
              <a:gd name="connsiteX0" fmla="*/ 0 w 1067336"/>
              <a:gd name="connsiteY0" fmla="*/ 0 h 461766"/>
              <a:gd name="connsiteX1" fmla="*/ 1067336 w 1067336"/>
              <a:gd name="connsiteY1" fmla="*/ 0 h 461766"/>
              <a:gd name="connsiteX2" fmla="*/ 1067336 w 1067336"/>
              <a:gd name="connsiteY2" fmla="*/ 461766 h 461766"/>
              <a:gd name="connsiteX3" fmla="*/ 0 w 1067336"/>
              <a:gd name="connsiteY3" fmla="*/ 461766 h 461766"/>
              <a:gd name="connsiteX4" fmla="*/ 0 w 1067336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336" h="461766">
                <a:moveTo>
                  <a:pt x="0" y="0"/>
                </a:moveTo>
                <a:lnTo>
                  <a:pt x="1067336" y="0"/>
                </a:lnTo>
                <a:lnTo>
                  <a:pt x="1067336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Download PDB entries from Protein Data Bank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A589A6D-528F-966A-F2D0-05420F789758}"/>
              </a:ext>
            </a:extLst>
          </p:cNvPr>
          <p:cNvSpPr/>
          <p:nvPr/>
        </p:nvSpPr>
        <p:spPr>
          <a:xfrm>
            <a:off x="5180526" y="975419"/>
            <a:ext cx="1067336" cy="461766"/>
          </a:xfrm>
          <a:custGeom>
            <a:avLst/>
            <a:gdLst>
              <a:gd name="connsiteX0" fmla="*/ 0 w 1067336"/>
              <a:gd name="connsiteY0" fmla="*/ 0 h 461766"/>
              <a:gd name="connsiteX1" fmla="*/ 1067336 w 1067336"/>
              <a:gd name="connsiteY1" fmla="*/ 0 h 461766"/>
              <a:gd name="connsiteX2" fmla="*/ 1067336 w 1067336"/>
              <a:gd name="connsiteY2" fmla="*/ 461766 h 461766"/>
              <a:gd name="connsiteX3" fmla="*/ 0 w 1067336"/>
              <a:gd name="connsiteY3" fmla="*/ 461766 h 461766"/>
              <a:gd name="connsiteX4" fmla="*/ 0 w 1067336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336" h="461766">
                <a:moveTo>
                  <a:pt x="0" y="0"/>
                </a:moveTo>
                <a:lnTo>
                  <a:pt x="1067336" y="0"/>
                </a:lnTo>
                <a:lnTo>
                  <a:pt x="1067336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Retrieve antibody and antigen sequences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5D68DD0-B1A5-B6D2-79A0-ECA0EC36067A}"/>
              </a:ext>
            </a:extLst>
          </p:cNvPr>
          <p:cNvSpPr/>
          <p:nvPr/>
        </p:nvSpPr>
        <p:spPr>
          <a:xfrm>
            <a:off x="6247863" y="975419"/>
            <a:ext cx="1067336" cy="461766"/>
          </a:xfrm>
          <a:custGeom>
            <a:avLst/>
            <a:gdLst>
              <a:gd name="connsiteX0" fmla="*/ 0 w 1067336"/>
              <a:gd name="connsiteY0" fmla="*/ 0 h 461766"/>
              <a:gd name="connsiteX1" fmla="*/ 1067336 w 1067336"/>
              <a:gd name="connsiteY1" fmla="*/ 0 h 461766"/>
              <a:gd name="connsiteX2" fmla="*/ 1067336 w 1067336"/>
              <a:gd name="connsiteY2" fmla="*/ 461766 h 461766"/>
              <a:gd name="connsiteX3" fmla="*/ 0 w 1067336"/>
              <a:gd name="connsiteY3" fmla="*/ 461766 h 461766"/>
              <a:gd name="connsiteX4" fmla="*/ 0 w 1067336"/>
              <a:gd name="connsiteY4" fmla="*/ 0 h 461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336" h="461766">
                <a:moveTo>
                  <a:pt x="0" y="0"/>
                </a:moveTo>
                <a:lnTo>
                  <a:pt x="1067336" y="0"/>
                </a:lnTo>
                <a:lnTo>
                  <a:pt x="1067336" y="461766"/>
                </a:lnTo>
                <a:lnTo>
                  <a:pt x="0" y="461766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56896" tIns="10160" rIns="56896" bIns="10160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900" kern="1200" dirty="0">
                <a:latin typeface="Arial" panose="020B0604020202020204" pitchFamily="34" charset="0"/>
                <a:cs typeface="Arial" panose="020B0604020202020204" pitchFamily="34" charset="0"/>
              </a:rPr>
              <a:t>Detect epitope residues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8462F7-49FA-CA01-7293-2B131ACCD4EC}"/>
              </a:ext>
            </a:extLst>
          </p:cNvPr>
          <p:cNvSpPr/>
          <p:nvPr/>
        </p:nvSpPr>
        <p:spPr>
          <a:xfrm>
            <a:off x="3045852" y="695458"/>
            <a:ext cx="4267262" cy="2781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Curation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42AD33-049A-9503-C29A-C086D9760C01}"/>
              </a:ext>
            </a:extLst>
          </p:cNvPr>
          <p:cNvSpPr/>
          <p:nvPr/>
        </p:nvSpPr>
        <p:spPr>
          <a:xfrm>
            <a:off x="3045852" y="1644559"/>
            <a:ext cx="4267262" cy="2781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Tuning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4B18AB-BD0C-BC38-57E4-A4E7EC0FE483}"/>
              </a:ext>
            </a:extLst>
          </p:cNvPr>
          <p:cNvSpPr/>
          <p:nvPr/>
        </p:nvSpPr>
        <p:spPr>
          <a:xfrm>
            <a:off x="3045852" y="2593660"/>
            <a:ext cx="4267262" cy="2781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Inferencing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21E5DD-5D4E-364E-49C2-F6FF6F187EBA}"/>
              </a:ext>
            </a:extLst>
          </p:cNvPr>
          <p:cNvSpPr/>
          <p:nvPr/>
        </p:nvSpPr>
        <p:spPr>
          <a:xfrm>
            <a:off x="3045852" y="3547124"/>
            <a:ext cx="4267262" cy="27811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Evaluation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A9136A0-7D75-B813-9C0E-0498A2ED6499}"/>
              </a:ext>
            </a:extLst>
          </p:cNvPr>
          <p:cNvCxnSpPr>
            <a:stCxn id="19" idx="3"/>
            <a:endCxn id="22" idx="0"/>
          </p:cNvCxnSpPr>
          <p:nvPr/>
        </p:nvCxnSpPr>
        <p:spPr>
          <a:xfrm flipH="1">
            <a:off x="5179483" y="1437185"/>
            <a:ext cx="1043" cy="207374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390D670-7154-5101-DAAF-53AED65D1616}"/>
              </a:ext>
            </a:extLst>
          </p:cNvPr>
          <p:cNvCxnSpPr>
            <a:cxnSpLocks/>
            <a:stCxn id="14" idx="3"/>
            <a:endCxn id="23" idx="0"/>
          </p:cNvCxnSpPr>
          <p:nvPr/>
        </p:nvCxnSpPr>
        <p:spPr>
          <a:xfrm flipH="1">
            <a:off x="5179483" y="2386287"/>
            <a:ext cx="1043" cy="207373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C93ADA-ACFF-9D87-A27A-CBDC090294A0}"/>
              </a:ext>
            </a:extLst>
          </p:cNvPr>
          <p:cNvCxnSpPr>
            <a:cxnSpLocks/>
            <a:stCxn id="9" idx="3"/>
            <a:endCxn id="24" idx="0"/>
          </p:cNvCxnSpPr>
          <p:nvPr/>
        </p:nvCxnSpPr>
        <p:spPr>
          <a:xfrm flipH="1">
            <a:off x="5179483" y="3336646"/>
            <a:ext cx="1042" cy="210478"/>
          </a:xfrm>
          <a:prstGeom prst="straightConnector1">
            <a:avLst/>
          </a:prstGeom>
          <a:ln w="762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4131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</TotalTime>
  <Words>165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4</cp:revision>
  <dcterms:created xsi:type="dcterms:W3CDTF">2025-09-26T13:10:38Z</dcterms:created>
  <dcterms:modified xsi:type="dcterms:W3CDTF">2026-02-19T14:18:25Z</dcterms:modified>
</cp:coreProperties>
</file>