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02" d="100"/>
          <a:sy n="102" d="100"/>
        </p:scale>
        <p:origin x="288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DBC0-8FA9-7147-B770-1B054E5952B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FF96-3EF8-004A-A33A-5EF831AE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98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DBC0-8FA9-7147-B770-1B054E5952B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FF96-3EF8-004A-A33A-5EF831AE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97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DBC0-8FA9-7147-B770-1B054E5952B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FF96-3EF8-004A-A33A-5EF831AE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191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DBC0-8FA9-7147-B770-1B054E5952B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FF96-3EF8-004A-A33A-5EF831AE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192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DBC0-8FA9-7147-B770-1B054E5952B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FF96-3EF8-004A-A33A-5EF831AE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996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DBC0-8FA9-7147-B770-1B054E5952B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FF96-3EF8-004A-A33A-5EF831AE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4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DBC0-8FA9-7147-B770-1B054E5952B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FF96-3EF8-004A-A33A-5EF831AE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799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DBC0-8FA9-7147-B770-1B054E5952B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FF96-3EF8-004A-A33A-5EF831AE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885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DBC0-8FA9-7147-B770-1B054E5952B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FF96-3EF8-004A-A33A-5EF831AE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1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DBC0-8FA9-7147-B770-1B054E5952B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FF96-3EF8-004A-A33A-5EF831AE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96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ADBC0-8FA9-7147-B770-1B054E5952B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74FF96-3EF8-004A-A33A-5EF831AE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93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ADBC0-8FA9-7147-B770-1B054E5952BD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4FF96-3EF8-004A-A33A-5EF831AEB0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6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62020BD-B3B4-6DAE-F030-9246626CB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484600"/>
              </p:ext>
            </p:extLst>
          </p:nvPr>
        </p:nvGraphicFramePr>
        <p:xfrm>
          <a:off x="2032000" y="719666"/>
          <a:ext cx="8128000" cy="51283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1777837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10571560"/>
                    </a:ext>
                  </a:extLst>
                </a:gridCol>
              </a:tblGrid>
              <a:tr h="47561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028774"/>
                  </a:ext>
                </a:extLst>
              </a:tr>
              <a:tr h="372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peleke-phi-4_BHRF1_0a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PDB: 2WH6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44517"/>
                  </a:ext>
                </a:extLst>
              </a:tr>
            </a:tbl>
          </a:graphicData>
        </a:graphic>
      </p:graphicFrame>
      <p:pic>
        <p:nvPicPr>
          <p:cNvPr id="5" name="Picture 4" descr="A close-up of several white and pink objects&#10;&#10;AI-generated content may be incorrect.">
            <a:extLst>
              <a:ext uri="{FF2B5EF4-FFF2-40B4-BE49-F238E27FC236}">
                <a16:creationId xmlns:a16="http://schemas.microsoft.com/office/drawing/2014/main" id="{A86EFCDC-7B6A-7F52-0DDB-AE81B96D98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45"/>
          <a:stretch>
            <a:fillRect/>
          </a:stretch>
        </p:blipFill>
        <p:spPr>
          <a:xfrm>
            <a:off x="2209800" y="719666"/>
            <a:ext cx="7772400" cy="497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04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15CA1-79F8-BD55-8218-49FCCA5E7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75FDAAF-EBD2-03C3-540A-B7DB8329BF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052298"/>
              </p:ext>
            </p:extLst>
          </p:nvPr>
        </p:nvGraphicFramePr>
        <p:xfrm>
          <a:off x="2032000" y="719666"/>
          <a:ext cx="8128000" cy="512838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91777837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010571560"/>
                    </a:ext>
                  </a:extLst>
                </a:gridCol>
              </a:tblGrid>
              <a:tr h="475610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028774"/>
                  </a:ext>
                </a:extLst>
              </a:tr>
              <a:tr h="37228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peleke-phi-4_MBP_20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PDB: 1NL5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4451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9D3B200-AA44-E637-18D0-9778A4F287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38" b="5438"/>
          <a:stretch/>
        </p:blipFill>
        <p:spPr>
          <a:xfrm>
            <a:off x="2372116" y="724061"/>
            <a:ext cx="7447767" cy="498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447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0F8EC-A02F-44AA-28FD-85DA794E4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136B09-808E-BC89-285C-CFEF14FC8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283362"/>
              </p:ext>
            </p:extLst>
          </p:nvPr>
        </p:nvGraphicFramePr>
        <p:xfrm>
          <a:off x="1952368" y="0"/>
          <a:ext cx="8207632" cy="65980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03816">
                  <a:extLst>
                    <a:ext uri="{9D8B030D-6E8A-4147-A177-3AD203B41FA5}">
                      <a16:colId xmlns:a16="http://schemas.microsoft.com/office/drawing/2014/main" val="1917778373"/>
                    </a:ext>
                  </a:extLst>
                </a:gridCol>
                <a:gridCol w="4103816">
                  <a:extLst>
                    <a:ext uri="{9D8B030D-6E8A-4147-A177-3AD203B41FA5}">
                      <a16:colId xmlns:a16="http://schemas.microsoft.com/office/drawing/2014/main" val="3010571560"/>
                    </a:ext>
                  </a:extLst>
                </a:gridCol>
              </a:tblGrid>
              <a:tr h="1590041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8028774"/>
                  </a:ext>
                </a:extLst>
              </a:tr>
              <a:tr h="1590041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peleke-phi-4_PD-1_18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peleke-mistral-7b-instruct-v0.2_PD-1_12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445762"/>
                  </a:ext>
                </a:extLst>
              </a:tr>
              <a:tr h="292009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041234"/>
                  </a:ext>
                </a:extLst>
              </a:tr>
              <a:tr h="4978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peleke-llama-3.1-8b-instruct_PD-1_30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Pembrolizumab, PDB: 5JXE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44517"/>
                  </a:ext>
                </a:extLst>
              </a:tr>
            </a:tbl>
          </a:graphicData>
        </a:graphic>
      </p:graphicFrame>
      <p:pic>
        <p:nvPicPr>
          <p:cNvPr id="8" name="Picture 7" descr="A group of colorful objects&#10;&#10;AI-generated content may be incorrect.">
            <a:extLst>
              <a:ext uri="{FF2B5EF4-FFF2-40B4-BE49-F238E27FC236}">
                <a16:creationId xmlns:a16="http://schemas.microsoft.com/office/drawing/2014/main" id="{02F736E4-7B3D-18E3-7B84-B06AFF7DA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8280"/>
            <a:ext cx="7772400" cy="602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516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207</TotalTime>
  <Words>36</Words>
  <Application>Microsoft Macintosh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Colby Ford</dc:creator>
  <cp:lastModifiedBy>Colby Ford</cp:lastModifiedBy>
  <cp:revision>4</cp:revision>
  <dcterms:created xsi:type="dcterms:W3CDTF">2025-09-26T01:46:21Z</dcterms:created>
  <dcterms:modified xsi:type="dcterms:W3CDTF">2025-09-26T05:13:40Z</dcterms:modified>
</cp:coreProperties>
</file>