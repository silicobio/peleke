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84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37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8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1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9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2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4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5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5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5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8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887701D-3F59-9B4D-9AAD-A9FEEC4FF48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55B3650-DFE3-4A44-B2E3-4B212795B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26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colorful objects&#10;&#10;AI-generated content may be incorrect.">
            <a:extLst>
              <a:ext uri="{FF2B5EF4-FFF2-40B4-BE49-F238E27FC236}">
                <a16:creationId xmlns:a16="http://schemas.microsoft.com/office/drawing/2014/main" id="{803CB03A-D828-63DC-BCCF-E6E249CC5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" y="-1"/>
            <a:ext cx="12181775" cy="6413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340C8B-A07A-C9E8-9F24-E726EE96C383}"/>
              </a:ext>
            </a:extLst>
          </p:cNvPr>
          <p:cNvSpPr txBox="1"/>
          <p:nvPr/>
        </p:nvSpPr>
        <p:spPr>
          <a:xfrm>
            <a:off x="9987550" y="5103674"/>
            <a:ext cx="2204450" cy="175432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After Relaxation: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score: -168.0074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vdw</a:t>
            </a:r>
            <a:r>
              <a:rPr lang="en-US" dirty="0"/>
              <a:t>: -73.4337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elec</a:t>
            </a:r>
            <a:r>
              <a:rPr lang="en-US" dirty="0"/>
              <a:t>: -133.155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desolv</a:t>
            </a:r>
            <a:r>
              <a:rPr lang="en-US" dirty="0"/>
              <a:t>: -67.9427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bsa</a:t>
            </a:r>
            <a:r>
              <a:rPr lang="en-US" dirty="0"/>
              <a:t>: 3179.66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49C70-9CDA-B47F-38B7-6332C30F4326}"/>
              </a:ext>
            </a:extLst>
          </p:cNvPr>
          <p:cNvSpPr txBox="1"/>
          <p:nvPr/>
        </p:nvSpPr>
        <p:spPr>
          <a:xfrm>
            <a:off x="0" y="5103674"/>
            <a:ext cx="2204450" cy="175432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Before Relaxation: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score: -149.6238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vdw</a:t>
            </a:r>
            <a:r>
              <a:rPr lang="en-US" dirty="0"/>
              <a:t>: -74.9676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elec</a:t>
            </a:r>
            <a:r>
              <a:rPr lang="en-US" dirty="0"/>
              <a:t>: -153.022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desolv</a:t>
            </a:r>
            <a:r>
              <a:rPr lang="en-US" dirty="0"/>
              <a:t>: -44.0518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bsa</a:t>
            </a:r>
            <a:r>
              <a:rPr lang="en-US" dirty="0"/>
              <a:t>: 3392.16</a:t>
            </a:r>
          </a:p>
        </p:txBody>
      </p:sp>
    </p:spTree>
    <p:extLst>
      <p:ext uri="{BB962C8B-B14F-4D97-AF65-F5344CB8AC3E}">
        <p14:creationId xmlns:p14="http://schemas.microsoft.com/office/powerpoint/2010/main" val="2450938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44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1</cp:revision>
  <dcterms:created xsi:type="dcterms:W3CDTF">2025-09-23T01:32:52Z</dcterms:created>
  <dcterms:modified xsi:type="dcterms:W3CDTF">2025-09-23T01:39:39Z</dcterms:modified>
</cp:coreProperties>
</file>