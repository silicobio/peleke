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700"/>
    <a:srgbClr val="3A6EA5"/>
    <a:srgbClr val="004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D49B-3EF6-7574-583D-ACCCA0CB5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859DC-F7BE-702D-B537-2D35301E0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0CF08-C5AE-8D89-1490-8F4E026D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B117-1843-D005-C345-689FE93A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11107-A4F1-B817-30F7-9B158411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44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493A7-7A96-6D3F-E219-6ACCBD85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F505F-E782-5A3C-4C63-EF6439F81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D2F75-5A9E-2107-3B48-55FDA35D4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C070-A6E2-629C-112F-41FFA753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E4C1B-CA10-11C6-65DD-2E873062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4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1BB08-2526-3CA9-0811-8050151D4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9CF65-F019-2A80-6B5C-9B1048475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D4E2-08F7-A1A7-BAFE-2C00CFBDC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4707F-42BA-346D-B3C3-3B639C36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825E9-4A13-270E-DEFD-963F99175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2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69A2-7DEA-752B-E86F-C1093648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7E349-4E5E-8BBD-EEA9-88212D4128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3FE4-0B5E-3046-857A-E6DA557B6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BB96F-DE0F-DF76-322E-CFFA6B54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9F430-DA8A-5AD5-A0FD-7828AD70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2D2DE-8CF0-63C8-8477-478493FB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6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F119-5D9E-0BD6-FEF1-839D9ABB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871E8-BF5E-455F-8945-1AB8D2188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069F1-0D9A-CD49-49E0-E3D44467F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02417-6375-C0E3-A581-2A4D56A7A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21C59-3B33-F288-3EEF-99FEE02A6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4AC250-8C3F-8EBE-B93F-3485374C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F9B692-13F2-E90E-EF4E-EB238E95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5CD884-96BF-A1B6-F720-002855254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432D-DA09-9A32-B034-0AE6AC3B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A667E9-B215-6F4D-A173-4C6563904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D0685-4E90-C11A-A38B-EFC62198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63493-3434-8295-BEAC-E05F36CFB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13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10FBF-F434-E1EF-FBB0-D7A8ABEA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42E8B-8D5C-0D06-81C1-2FED002F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6A753-188A-C86D-D254-D3AC8700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75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299DB-3E73-945C-EE8C-B7613E4C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87123-0B02-3B96-5037-A7607835D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2371B-45AA-ECDF-9049-5ABB7C93A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6C9A8-A0F0-7F37-7668-1494A540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FADA1-8AB6-EFE5-B778-CCC83E376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9217D-DA78-C01A-0E2D-FA3386861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9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EAA5-4362-85CF-3EE7-60B1F699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AC908-A204-4E82-B4E1-8C959A057F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22A09-A17F-7D18-35D2-1F62A5C1E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ED0B-86AF-454D-60BE-C4510863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42535-74D1-ECB4-6AC6-0AB7B6A4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94491-8EF1-B143-7FAD-3EE68D70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5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6883-D9C3-C0E3-1E55-CE998FF4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D71DB-E664-1F01-DAC5-486E972F5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74171-42B6-0EE8-DBB8-0B83B7A0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041DC-C2F3-8C0F-A08C-B86DF615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DEC63-F483-A539-0B4C-519F1591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3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30E40E-EDF6-53A1-B162-AEC83C888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E917C-96CA-0A39-4228-DBFBE8F23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139CD-7237-150A-686B-6AD14F465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30D2-8154-5232-4C6E-FF43133D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8C086-25C1-2BDC-DEF1-FE594DF3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22F4D-DC98-14F8-3E6E-D2366CA50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9CC71-1DEC-1C22-2B7C-AC4E3BD5A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D54EF-0C96-EDA5-0800-2F2CCF07A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01DFDE-3E41-4301-BA65-C42B3A64D0A4}" type="datetimeFigureOut">
              <a:rPr lang="en-US" smtClean="0"/>
              <a:t>5/11/2025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52079-D5C3-69B9-7043-A2F1CBCF8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E80B9-360C-79FA-D73B-E07919C4C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72553-F5FF-4DE6-A7C9-C7AB26E5D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8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B6DFC-2D0F-800A-CBF2-033021A3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E9D6654A-0389-D454-2BAD-8CC28DCE184D}"/>
              </a:ext>
            </a:extLst>
          </p:cNvPr>
          <p:cNvGrpSpPr/>
          <p:nvPr/>
        </p:nvGrpSpPr>
        <p:grpSpPr>
          <a:xfrm>
            <a:off x="3699184" y="1178036"/>
            <a:ext cx="2396816" cy="4501926"/>
            <a:chOff x="3699184" y="1178036"/>
            <a:chExt cx="2396816" cy="4501926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79C4153-DB89-B3E7-048F-0A40CDA0E360}"/>
                </a:ext>
              </a:extLst>
            </p:cNvPr>
            <p:cNvSpPr/>
            <p:nvPr/>
          </p:nvSpPr>
          <p:spPr>
            <a:xfrm flipH="1">
              <a:off x="3708380" y="1178036"/>
              <a:ext cx="2387620" cy="4501925"/>
            </a:xfrm>
            <a:custGeom>
              <a:avLst/>
              <a:gdLst>
                <a:gd name="connsiteX0" fmla="*/ 1973 w 2387620"/>
                <a:gd name="connsiteY0" fmla="*/ 2604167 h 4501925"/>
                <a:gd name="connsiteX1" fmla="*/ 89442 w 2387620"/>
                <a:gd name="connsiteY1" fmla="*/ 1692891 h 4501925"/>
                <a:gd name="connsiteX2" fmla="*/ 1789717 w 2387620"/>
                <a:gd name="connsiteY2" fmla="*/ 22962 h 4501925"/>
                <a:gd name="connsiteX3" fmla="*/ 2377896 w 2387620"/>
                <a:gd name="connsiteY3" fmla="*/ 447807 h 4501925"/>
                <a:gd name="connsiteX4" fmla="*/ 2368971 w 2387620"/>
                <a:gd name="connsiteY4" fmla="*/ 1470650 h 4501925"/>
                <a:gd name="connsiteX5" fmla="*/ 1483578 w 2387620"/>
                <a:gd name="connsiteY5" fmla="*/ 2372109 h 4501925"/>
                <a:gd name="connsiteX6" fmla="*/ 936456 w 2387620"/>
                <a:gd name="connsiteY6" fmla="*/ 2387282 h 4501925"/>
                <a:gd name="connsiteX7" fmla="*/ 807931 w 2387620"/>
                <a:gd name="connsiteY7" fmla="*/ 2573821 h 4501925"/>
                <a:gd name="connsiteX8" fmla="*/ 941811 w 2387620"/>
                <a:gd name="connsiteY8" fmla="*/ 2648794 h 4501925"/>
                <a:gd name="connsiteX9" fmla="*/ 1761156 w 2387620"/>
                <a:gd name="connsiteY9" fmla="*/ 3180743 h 4501925"/>
                <a:gd name="connsiteX10" fmla="*/ 1384507 w 2387620"/>
                <a:gd name="connsiteY10" fmla="*/ 4408869 h 4501925"/>
                <a:gd name="connsiteX11" fmla="*/ 733851 w 2387620"/>
                <a:gd name="connsiteY11" fmla="*/ 4391911 h 4501925"/>
                <a:gd name="connsiteX12" fmla="*/ 180480 w 2387620"/>
                <a:gd name="connsiteY12" fmla="*/ 3703768 h 4501925"/>
                <a:gd name="connsiteX13" fmla="*/ 188 w 2387620"/>
                <a:gd name="connsiteY13" fmla="*/ 2871034 h 4501925"/>
                <a:gd name="connsiteX14" fmla="*/ 188 w 2387620"/>
                <a:gd name="connsiteY14" fmla="*/ 2603275 h 450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7620" h="4501925">
                  <a:moveTo>
                    <a:pt x="1973" y="2604167"/>
                  </a:moveTo>
                  <a:cubicBezTo>
                    <a:pt x="-4274" y="2297136"/>
                    <a:pt x="-704" y="1990105"/>
                    <a:pt x="89442" y="1692891"/>
                  </a:cubicBezTo>
                  <a:cubicBezTo>
                    <a:pt x="352739" y="828919"/>
                    <a:pt x="923068" y="271086"/>
                    <a:pt x="1789717" y="22962"/>
                  </a:cubicBezTo>
                  <a:cubicBezTo>
                    <a:pt x="2107459" y="-68077"/>
                    <a:pt x="2365401" y="119355"/>
                    <a:pt x="2377896" y="447807"/>
                  </a:cubicBezTo>
                  <a:cubicBezTo>
                    <a:pt x="2391284" y="788755"/>
                    <a:pt x="2393070" y="1131488"/>
                    <a:pt x="2368971" y="1470650"/>
                  </a:cubicBezTo>
                  <a:cubicBezTo>
                    <a:pt x="2337732" y="1925842"/>
                    <a:pt x="1939663" y="2322127"/>
                    <a:pt x="1483578" y="2372109"/>
                  </a:cubicBezTo>
                  <a:cubicBezTo>
                    <a:pt x="1303286" y="2391744"/>
                    <a:pt x="1119425" y="2382819"/>
                    <a:pt x="936456" y="2387282"/>
                  </a:cubicBezTo>
                  <a:cubicBezTo>
                    <a:pt x="828459" y="2389959"/>
                    <a:pt x="764197" y="2483675"/>
                    <a:pt x="807931" y="2573821"/>
                  </a:cubicBezTo>
                  <a:cubicBezTo>
                    <a:pt x="834707" y="2628266"/>
                    <a:pt x="882011" y="2646116"/>
                    <a:pt x="941811" y="2648794"/>
                  </a:cubicBezTo>
                  <a:cubicBezTo>
                    <a:pt x="1318460" y="2665752"/>
                    <a:pt x="1595145" y="2844258"/>
                    <a:pt x="1761156" y="3180743"/>
                  </a:cubicBezTo>
                  <a:cubicBezTo>
                    <a:pt x="1974471" y="3610944"/>
                    <a:pt x="1799535" y="4167885"/>
                    <a:pt x="1384507" y="4408869"/>
                  </a:cubicBezTo>
                  <a:cubicBezTo>
                    <a:pt x="1164052" y="4536501"/>
                    <a:pt x="945381" y="4534716"/>
                    <a:pt x="733851" y="4391911"/>
                  </a:cubicBezTo>
                  <a:cubicBezTo>
                    <a:pt x="478586" y="4220544"/>
                    <a:pt x="314360" y="3973313"/>
                    <a:pt x="180480" y="3703768"/>
                  </a:cubicBezTo>
                  <a:cubicBezTo>
                    <a:pt x="51063" y="3442256"/>
                    <a:pt x="-3382" y="3162000"/>
                    <a:pt x="188" y="2871034"/>
                  </a:cubicBezTo>
                  <a:cubicBezTo>
                    <a:pt x="1081" y="2781781"/>
                    <a:pt x="188" y="2692528"/>
                    <a:pt x="188" y="2603275"/>
                  </a:cubicBezTo>
                  <a:close/>
                </a:path>
              </a:pathLst>
            </a:custGeom>
            <a:solidFill>
              <a:schemeClr val="tx2"/>
            </a:solidFill>
            <a:ln w="406400" cap="rnd">
              <a:solidFill>
                <a:schemeClr val="tx2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09A34C2-CBC9-C8F7-A929-F464E7CBAC3B}"/>
                </a:ext>
              </a:extLst>
            </p:cNvPr>
            <p:cNvSpPr/>
            <p:nvPr/>
          </p:nvSpPr>
          <p:spPr>
            <a:xfrm flipH="1">
              <a:off x="3699184" y="1178037"/>
              <a:ext cx="2387620" cy="4501925"/>
            </a:xfrm>
            <a:custGeom>
              <a:avLst/>
              <a:gdLst>
                <a:gd name="connsiteX0" fmla="*/ 1973 w 2387620"/>
                <a:gd name="connsiteY0" fmla="*/ 2604167 h 4501925"/>
                <a:gd name="connsiteX1" fmla="*/ 89442 w 2387620"/>
                <a:gd name="connsiteY1" fmla="*/ 1692891 h 4501925"/>
                <a:gd name="connsiteX2" fmla="*/ 1789717 w 2387620"/>
                <a:gd name="connsiteY2" fmla="*/ 22962 h 4501925"/>
                <a:gd name="connsiteX3" fmla="*/ 2377896 w 2387620"/>
                <a:gd name="connsiteY3" fmla="*/ 447807 h 4501925"/>
                <a:gd name="connsiteX4" fmla="*/ 2368971 w 2387620"/>
                <a:gd name="connsiteY4" fmla="*/ 1470650 h 4501925"/>
                <a:gd name="connsiteX5" fmla="*/ 1483578 w 2387620"/>
                <a:gd name="connsiteY5" fmla="*/ 2372109 h 4501925"/>
                <a:gd name="connsiteX6" fmla="*/ 936456 w 2387620"/>
                <a:gd name="connsiteY6" fmla="*/ 2387282 h 4501925"/>
                <a:gd name="connsiteX7" fmla="*/ 807931 w 2387620"/>
                <a:gd name="connsiteY7" fmla="*/ 2573821 h 4501925"/>
                <a:gd name="connsiteX8" fmla="*/ 941811 w 2387620"/>
                <a:gd name="connsiteY8" fmla="*/ 2648794 h 4501925"/>
                <a:gd name="connsiteX9" fmla="*/ 1761156 w 2387620"/>
                <a:gd name="connsiteY9" fmla="*/ 3180743 h 4501925"/>
                <a:gd name="connsiteX10" fmla="*/ 1384507 w 2387620"/>
                <a:gd name="connsiteY10" fmla="*/ 4408869 h 4501925"/>
                <a:gd name="connsiteX11" fmla="*/ 733851 w 2387620"/>
                <a:gd name="connsiteY11" fmla="*/ 4391911 h 4501925"/>
                <a:gd name="connsiteX12" fmla="*/ 180480 w 2387620"/>
                <a:gd name="connsiteY12" fmla="*/ 3703768 h 4501925"/>
                <a:gd name="connsiteX13" fmla="*/ 188 w 2387620"/>
                <a:gd name="connsiteY13" fmla="*/ 2871034 h 4501925"/>
                <a:gd name="connsiteX14" fmla="*/ 188 w 2387620"/>
                <a:gd name="connsiteY14" fmla="*/ 2603275 h 450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7620" h="4501925">
                  <a:moveTo>
                    <a:pt x="1973" y="2604167"/>
                  </a:moveTo>
                  <a:cubicBezTo>
                    <a:pt x="-4274" y="2297136"/>
                    <a:pt x="-704" y="1990105"/>
                    <a:pt x="89442" y="1692891"/>
                  </a:cubicBezTo>
                  <a:cubicBezTo>
                    <a:pt x="352739" y="828919"/>
                    <a:pt x="923068" y="271086"/>
                    <a:pt x="1789717" y="22962"/>
                  </a:cubicBezTo>
                  <a:cubicBezTo>
                    <a:pt x="2107459" y="-68077"/>
                    <a:pt x="2365401" y="119355"/>
                    <a:pt x="2377896" y="447807"/>
                  </a:cubicBezTo>
                  <a:cubicBezTo>
                    <a:pt x="2391284" y="788755"/>
                    <a:pt x="2393070" y="1131488"/>
                    <a:pt x="2368971" y="1470650"/>
                  </a:cubicBezTo>
                  <a:cubicBezTo>
                    <a:pt x="2337732" y="1925842"/>
                    <a:pt x="1939663" y="2322127"/>
                    <a:pt x="1483578" y="2372109"/>
                  </a:cubicBezTo>
                  <a:cubicBezTo>
                    <a:pt x="1303286" y="2391744"/>
                    <a:pt x="1119425" y="2382819"/>
                    <a:pt x="936456" y="2387282"/>
                  </a:cubicBezTo>
                  <a:cubicBezTo>
                    <a:pt x="828459" y="2389959"/>
                    <a:pt x="764197" y="2483675"/>
                    <a:pt x="807931" y="2573821"/>
                  </a:cubicBezTo>
                  <a:cubicBezTo>
                    <a:pt x="834707" y="2628266"/>
                    <a:pt x="882011" y="2646116"/>
                    <a:pt x="941811" y="2648794"/>
                  </a:cubicBezTo>
                  <a:cubicBezTo>
                    <a:pt x="1318460" y="2665752"/>
                    <a:pt x="1595145" y="2844258"/>
                    <a:pt x="1761156" y="3180743"/>
                  </a:cubicBezTo>
                  <a:cubicBezTo>
                    <a:pt x="1974471" y="3610944"/>
                    <a:pt x="1799535" y="4167885"/>
                    <a:pt x="1384507" y="4408869"/>
                  </a:cubicBezTo>
                  <a:cubicBezTo>
                    <a:pt x="1164052" y="4536501"/>
                    <a:pt x="945381" y="4534716"/>
                    <a:pt x="733851" y="4391911"/>
                  </a:cubicBezTo>
                  <a:cubicBezTo>
                    <a:pt x="478586" y="4220544"/>
                    <a:pt x="314360" y="3973313"/>
                    <a:pt x="180480" y="3703768"/>
                  </a:cubicBezTo>
                  <a:cubicBezTo>
                    <a:pt x="51063" y="3442256"/>
                    <a:pt x="-3382" y="3162000"/>
                    <a:pt x="188" y="2871034"/>
                  </a:cubicBezTo>
                  <a:cubicBezTo>
                    <a:pt x="1081" y="2781781"/>
                    <a:pt x="188" y="2692528"/>
                    <a:pt x="188" y="2603275"/>
                  </a:cubicBez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27F6BD5-E503-E5C9-500C-2AB5CB56F436}"/>
                </a:ext>
              </a:extLst>
            </p:cNvPr>
            <p:cNvSpPr/>
            <p:nvPr/>
          </p:nvSpPr>
          <p:spPr>
            <a:xfrm flipH="1">
              <a:off x="5890661" y="2576382"/>
              <a:ext cx="200911" cy="2353649"/>
            </a:xfrm>
            <a:custGeom>
              <a:avLst/>
              <a:gdLst>
                <a:gd name="connsiteX0" fmla="*/ 200911 w 200911"/>
                <a:gd name="connsiteY0" fmla="*/ 0 h 2353649"/>
                <a:gd name="connsiteX1" fmla="*/ 200911 w 200911"/>
                <a:gd name="connsiteY1" fmla="*/ 2353649 h 2353649"/>
                <a:gd name="connsiteX2" fmla="*/ 180480 w 200911"/>
                <a:gd name="connsiteY2" fmla="*/ 2316023 h 2353649"/>
                <a:gd name="connsiteX3" fmla="*/ 188 w 200911"/>
                <a:gd name="connsiteY3" fmla="*/ 1483289 h 2353649"/>
                <a:gd name="connsiteX4" fmla="*/ 188 w 200911"/>
                <a:gd name="connsiteY4" fmla="*/ 1215530 h 2353649"/>
                <a:gd name="connsiteX5" fmla="*/ 1973 w 200911"/>
                <a:gd name="connsiteY5" fmla="*/ 1216422 h 2353649"/>
                <a:gd name="connsiteX6" fmla="*/ 89442 w 200911"/>
                <a:gd name="connsiteY6" fmla="*/ 305146 h 235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11" h="2353649">
                  <a:moveTo>
                    <a:pt x="200911" y="0"/>
                  </a:moveTo>
                  <a:lnTo>
                    <a:pt x="200911" y="2353649"/>
                  </a:lnTo>
                  <a:lnTo>
                    <a:pt x="180480" y="2316023"/>
                  </a:lnTo>
                  <a:cubicBezTo>
                    <a:pt x="51063" y="2054511"/>
                    <a:pt x="-3382" y="1774255"/>
                    <a:pt x="188" y="1483289"/>
                  </a:cubicBezTo>
                  <a:cubicBezTo>
                    <a:pt x="1081" y="1394036"/>
                    <a:pt x="188" y="1304783"/>
                    <a:pt x="188" y="1215530"/>
                  </a:cubicBezTo>
                  <a:lnTo>
                    <a:pt x="1973" y="1216422"/>
                  </a:lnTo>
                  <a:cubicBezTo>
                    <a:pt x="-4274" y="909391"/>
                    <a:pt x="-704" y="602360"/>
                    <a:pt x="89442" y="30514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D81E7CE-1CFB-989E-A567-AC5EACE25CEE}"/>
                </a:ext>
              </a:extLst>
            </p:cNvPr>
            <p:cNvSpPr/>
            <p:nvPr/>
          </p:nvSpPr>
          <p:spPr>
            <a:xfrm flipH="1">
              <a:off x="5690859" y="2211737"/>
              <a:ext cx="200911" cy="3038757"/>
            </a:xfrm>
            <a:custGeom>
              <a:avLst/>
              <a:gdLst>
                <a:gd name="connsiteX0" fmla="*/ 200911 w 200911"/>
                <a:gd name="connsiteY0" fmla="*/ 0 h 3038757"/>
                <a:gd name="connsiteX1" fmla="*/ 200911 w 200911"/>
                <a:gd name="connsiteY1" fmla="*/ 3038757 h 3038757"/>
                <a:gd name="connsiteX2" fmla="*/ 91385 w 200911"/>
                <a:gd name="connsiteY2" fmla="*/ 2876609 h 3038757"/>
                <a:gd name="connsiteX3" fmla="*/ 0 w 200911"/>
                <a:gd name="connsiteY3" fmla="*/ 2708316 h 3038757"/>
                <a:gd name="connsiteX4" fmla="*/ 0 w 200911"/>
                <a:gd name="connsiteY4" fmla="*/ 376500 h 3038757"/>
                <a:gd name="connsiteX5" fmla="*/ 6407 w 200911"/>
                <a:gd name="connsiteY5" fmla="*/ 358962 h 3038757"/>
                <a:gd name="connsiteX6" fmla="*/ 148173 w 200911"/>
                <a:gd name="connsiteY6" fmla="*/ 78072 h 30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11" h="3038757">
                  <a:moveTo>
                    <a:pt x="200911" y="0"/>
                  </a:moveTo>
                  <a:lnTo>
                    <a:pt x="200911" y="3038757"/>
                  </a:lnTo>
                  <a:lnTo>
                    <a:pt x="91385" y="2876609"/>
                  </a:lnTo>
                  <a:lnTo>
                    <a:pt x="0" y="2708316"/>
                  </a:lnTo>
                  <a:lnTo>
                    <a:pt x="0" y="376500"/>
                  </a:lnTo>
                  <a:lnTo>
                    <a:pt x="6407" y="358962"/>
                  </a:lnTo>
                  <a:cubicBezTo>
                    <a:pt x="48893" y="260539"/>
                    <a:pt x="96155" y="166907"/>
                    <a:pt x="148173" y="7807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81B3AE3-2130-78D4-5CDC-A124677D3534}"/>
                </a:ext>
              </a:extLst>
            </p:cNvPr>
            <p:cNvSpPr/>
            <p:nvPr/>
          </p:nvSpPr>
          <p:spPr>
            <a:xfrm flipH="1">
              <a:off x="4294622" y="1200545"/>
              <a:ext cx="1792181" cy="2856391"/>
            </a:xfrm>
            <a:custGeom>
              <a:avLst/>
              <a:gdLst>
                <a:gd name="connsiteX0" fmla="*/ 1792181 w 1792181"/>
                <a:gd name="connsiteY0" fmla="*/ 0 h 2856391"/>
                <a:gd name="connsiteX1" fmla="*/ 1792181 w 1792181"/>
                <a:gd name="connsiteY1" fmla="*/ 481338 h 2856391"/>
                <a:gd name="connsiteX2" fmla="*/ 1789717 w 1792181"/>
                <a:gd name="connsiteY2" fmla="*/ 481792 h 2856391"/>
                <a:gd name="connsiteX3" fmla="*/ 89442 w 1792181"/>
                <a:gd name="connsiteY3" fmla="*/ 2151721 h 2856391"/>
                <a:gd name="connsiteX4" fmla="*/ 328 w 1792181"/>
                <a:gd name="connsiteY4" fmla="*/ 2832877 h 2856391"/>
                <a:gd name="connsiteX5" fmla="*/ 496 w 1792181"/>
                <a:gd name="connsiteY5" fmla="*/ 2856391 h 2856391"/>
                <a:gd name="connsiteX6" fmla="*/ 188 w 1792181"/>
                <a:gd name="connsiteY6" fmla="*/ 2848526 h 2856391"/>
                <a:gd name="connsiteX7" fmla="*/ 188 w 1792181"/>
                <a:gd name="connsiteY7" fmla="*/ 2580767 h 2856391"/>
                <a:gd name="connsiteX8" fmla="*/ 1973 w 1792181"/>
                <a:gd name="connsiteY8" fmla="*/ 2581659 h 2856391"/>
                <a:gd name="connsiteX9" fmla="*/ 89442 w 1792181"/>
                <a:gd name="connsiteY9" fmla="*/ 1670383 h 2856391"/>
                <a:gd name="connsiteX10" fmla="*/ 1789717 w 1792181"/>
                <a:gd name="connsiteY10" fmla="*/ 454 h 2856391"/>
                <a:gd name="connsiteX11" fmla="*/ 1792181 w 1792181"/>
                <a:gd name="connsiteY11" fmla="*/ 0 h 285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2181" h="2856391">
                  <a:moveTo>
                    <a:pt x="1792181" y="0"/>
                  </a:moveTo>
                  <a:lnTo>
                    <a:pt x="1792181" y="481338"/>
                  </a:lnTo>
                  <a:lnTo>
                    <a:pt x="1789717" y="481792"/>
                  </a:lnTo>
                  <a:cubicBezTo>
                    <a:pt x="923068" y="729916"/>
                    <a:pt x="352739" y="1287749"/>
                    <a:pt x="89442" y="2151721"/>
                  </a:cubicBezTo>
                  <a:cubicBezTo>
                    <a:pt x="21833" y="2374632"/>
                    <a:pt x="2922" y="2603064"/>
                    <a:pt x="328" y="2832877"/>
                  </a:cubicBezTo>
                  <a:lnTo>
                    <a:pt x="496" y="2856391"/>
                  </a:lnTo>
                  <a:lnTo>
                    <a:pt x="188" y="2848526"/>
                  </a:lnTo>
                  <a:cubicBezTo>
                    <a:pt x="1081" y="2759273"/>
                    <a:pt x="188" y="2670020"/>
                    <a:pt x="188" y="2580767"/>
                  </a:cubicBezTo>
                  <a:lnTo>
                    <a:pt x="1973" y="2581659"/>
                  </a:lnTo>
                  <a:cubicBezTo>
                    <a:pt x="-4274" y="2274628"/>
                    <a:pt x="-704" y="1967597"/>
                    <a:pt x="89442" y="1670383"/>
                  </a:cubicBezTo>
                  <a:cubicBezTo>
                    <a:pt x="352739" y="806411"/>
                    <a:pt x="923068" y="248578"/>
                    <a:pt x="1789717" y="454"/>
                  </a:cubicBezTo>
                  <a:lnTo>
                    <a:pt x="17921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EE2D9B-3E53-3525-F378-F8003A4CE975}"/>
                </a:ext>
              </a:extLst>
            </p:cNvPr>
            <p:cNvSpPr/>
            <p:nvPr/>
          </p:nvSpPr>
          <p:spPr>
            <a:xfrm flipH="1">
              <a:off x="4664508" y="1810089"/>
              <a:ext cx="1431492" cy="2465097"/>
            </a:xfrm>
            <a:custGeom>
              <a:avLst/>
              <a:gdLst>
                <a:gd name="connsiteX0" fmla="*/ 1431492 w 1431492"/>
                <a:gd name="connsiteY0" fmla="*/ 0 h 2465097"/>
                <a:gd name="connsiteX1" fmla="*/ 1431492 w 1431492"/>
                <a:gd name="connsiteY1" fmla="*/ 481338 h 2465097"/>
                <a:gd name="connsiteX2" fmla="*/ 1195130 w 1431492"/>
                <a:gd name="connsiteY2" fmla="*/ 595314 h 2465097"/>
                <a:gd name="connsiteX3" fmla="*/ 89114 w 1431492"/>
                <a:gd name="connsiteY3" fmla="*/ 2021135 h 2465097"/>
                <a:gd name="connsiteX4" fmla="*/ 36538 w 1431492"/>
                <a:gd name="connsiteY4" fmla="*/ 2245733 h 2465097"/>
                <a:gd name="connsiteX5" fmla="*/ 10192 w 1431492"/>
                <a:gd name="connsiteY5" fmla="*/ 2465097 h 2465097"/>
                <a:gd name="connsiteX6" fmla="*/ 8325 w 1431492"/>
                <a:gd name="connsiteY6" fmla="*/ 2452693 h 2465097"/>
                <a:gd name="connsiteX7" fmla="*/ 168 w 1431492"/>
                <a:gd name="connsiteY7" fmla="*/ 2244467 h 2465097"/>
                <a:gd name="connsiteX8" fmla="*/ 0 w 1431492"/>
                <a:gd name="connsiteY8" fmla="*/ 2220953 h 2465097"/>
                <a:gd name="connsiteX9" fmla="*/ 89114 w 1431492"/>
                <a:gd name="connsiteY9" fmla="*/ 1539797 h 2465097"/>
                <a:gd name="connsiteX10" fmla="*/ 1195130 w 1431492"/>
                <a:gd name="connsiteY10" fmla="*/ 113976 h 2465097"/>
                <a:gd name="connsiteX11" fmla="*/ 1431492 w 1431492"/>
                <a:gd name="connsiteY11" fmla="*/ 0 h 246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31492" h="2465097">
                  <a:moveTo>
                    <a:pt x="1431492" y="0"/>
                  </a:moveTo>
                  <a:lnTo>
                    <a:pt x="1431492" y="481338"/>
                  </a:lnTo>
                  <a:lnTo>
                    <a:pt x="1195130" y="595314"/>
                  </a:lnTo>
                  <a:cubicBezTo>
                    <a:pt x="656765" y="897380"/>
                    <a:pt x="286587" y="1373156"/>
                    <a:pt x="89114" y="2021135"/>
                  </a:cubicBezTo>
                  <a:cubicBezTo>
                    <a:pt x="66578" y="2095439"/>
                    <a:pt x="49452" y="2170356"/>
                    <a:pt x="36538" y="2245733"/>
                  </a:cubicBezTo>
                  <a:lnTo>
                    <a:pt x="10192" y="2465097"/>
                  </a:lnTo>
                  <a:lnTo>
                    <a:pt x="8325" y="2452693"/>
                  </a:lnTo>
                  <a:lnTo>
                    <a:pt x="168" y="2244467"/>
                  </a:lnTo>
                  <a:lnTo>
                    <a:pt x="0" y="2220953"/>
                  </a:lnTo>
                  <a:cubicBezTo>
                    <a:pt x="2594" y="1991140"/>
                    <a:pt x="21505" y="1762708"/>
                    <a:pt x="89114" y="1539797"/>
                  </a:cubicBezTo>
                  <a:cubicBezTo>
                    <a:pt x="286587" y="891818"/>
                    <a:pt x="656765" y="416042"/>
                    <a:pt x="1195130" y="113976"/>
                  </a:cubicBezTo>
                  <a:lnTo>
                    <a:pt x="1431492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CEBACB-8B19-D627-B16A-3973A6A24242}"/>
              </a:ext>
            </a:extLst>
          </p:cNvPr>
          <p:cNvGrpSpPr/>
          <p:nvPr/>
        </p:nvGrpSpPr>
        <p:grpSpPr>
          <a:xfrm flipH="1">
            <a:off x="6295802" y="1178036"/>
            <a:ext cx="2396816" cy="4501926"/>
            <a:chOff x="3699184" y="1178036"/>
            <a:chExt cx="2396816" cy="450192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1CE5812-C52F-A9CE-2826-4E1B69DB561C}"/>
                </a:ext>
              </a:extLst>
            </p:cNvPr>
            <p:cNvSpPr/>
            <p:nvPr/>
          </p:nvSpPr>
          <p:spPr>
            <a:xfrm flipH="1">
              <a:off x="3708380" y="1178036"/>
              <a:ext cx="2387620" cy="4501925"/>
            </a:xfrm>
            <a:custGeom>
              <a:avLst/>
              <a:gdLst>
                <a:gd name="connsiteX0" fmla="*/ 1973 w 2387620"/>
                <a:gd name="connsiteY0" fmla="*/ 2604167 h 4501925"/>
                <a:gd name="connsiteX1" fmla="*/ 89442 w 2387620"/>
                <a:gd name="connsiteY1" fmla="*/ 1692891 h 4501925"/>
                <a:gd name="connsiteX2" fmla="*/ 1789717 w 2387620"/>
                <a:gd name="connsiteY2" fmla="*/ 22962 h 4501925"/>
                <a:gd name="connsiteX3" fmla="*/ 2377896 w 2387620"/>
                <a:gd name="connsiteY3" fmla="*/ 447807 h 4501925"/>
                <a:gd name="connsiteX4" fmla="*/ 2368971 w 2387620"/>
                <a:gd name="connsiteY4" fmla="*/ 1470650 h 4501925"/>
                <a:gd name="connsiteX5" fmla="*/ 1483578 w 2387620"/>
                <a:gd name="connsiteY5" fmla="*/ 2372109 h 4501925"/>
                <a:gd name="connsiteX6" fmla="*/ 936456 w 2387620"/>
                <a:gd name="connsiteY6" fmla="*/ 2387282 h 4501925"/>
                <a:gd name="connsiteX7" fmla="*/ 807931 w 2387620"/>
                <a:gd name="connsiteY7" fmla="*/ 2573821 h 4501925"/>
                <a:gd name="connsiteX8" fmla="*/ 941811 w 2387620"/>
                <a:gd name="connsiteY8" fmla="*/ 2648794 h 4501925"/>
                <a:gd name="connsiteX9" fmla="*/ 1761156 w 2387620"/>
                <a:gd name="connsiteY9" fmla="*/ 3180743 h 4501925"/>
                <a:gd name="connsiteX10" fmla="*/ 1384507 w 2387620"/>
                <a:gd name="connsiteY10" fmla="*/ 4408869 h 4501925"/>
                <a:gd name="connsiteX11" fmla="*/ 733851 w 2387620"/>
                <a:gd name="connsiteY11" fmla="*/ 4391911 h 4501925"/>
                <a:gd name="connsiteX12" fmla="*/ 180480 w 2387620"/>
                <a:gd name="connsiteY12" fmla="*/ 3703768 h 4501925"/>
                <a:gd name="connsiteX13" fmla="*/ 188 w 2387620"/>
                <a:gd name="connsiteY13" fmla="*/ 2871034 h 4501925"/>
                <a:gd name="connsiteX14" fmla="*/ 188 w 2387620"/>
                <a:gd name="connsiteY14" fmla="*/ 2603275 h 450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7620" h="4501925">
                  <a:moveTo>
                    <a:pt x="1973" y="2604167"/>
                  </a:moveTo>
                  <a:cubicBezTo>
                    <a:pt x="-4274" y="2297136"/>
                    <a:pt x="-704" y="1990105"/>
                    <a:pt x="89442" y="1692891"/>
                  </a:cubicBezTo>
                  <a:cubicBezTo>
                    <a:pt x="352739" y="828919"/>
                    <a:pt x="923068" y="271086"/>
                    <a:pt x="1789717" y="22962"/>
                  </a:cubicBezTo>
                  <a:cubicBezTo>
                    <a:pt x="2107459" y="-68077"/>
                    <a:pt x="2365401" y="119355"/>
                    <a:pt x="2377896" y="447807"/>
                  </a:cubicBezTo>
                  <a:cubicBezTo>
                    <a:pt x="2391284" y="788755"/>
                    <a:pt x="2393070" y="1131488"/>
                    <a:pt x="2368971" y="1470650"/>
                  </a:cubicBezTo>
                  <a:cubicBezTo>
                    <a:pt x="2337732" y="1925842"/>
                    <a:pt x="1939663" y="2322127"/>
                    <a:pt x="1483578" y="2372109"/>
                  </a:cubicBezTo>
                  <a:cubicBezTo>
                    <a:pt x="1303286" y="2391744"/>
                    <a:pt x="1119425" y="2382819"/>
                    <a:pt x="936456" y="2387282"/>
                  </a:cubicBezTo>
                  <a:cubicBezTo>
                    <a:pt x="828459" y="2389959"/>
                    <a:pt x="764197" y="2483675"/>
                    <a:pt x="807931" y="2573821"/>
                  </a:cubicBezTo>
                  <a:cubicBezTo>
                    <a:pt x="834707" y="2628266"/>
                    <a:pt x="882011" y="2646116"/>
                    <a:pt x="941811" y="2648794"/>
                  </a:cubicBezTo>
                  <a:cubicBezTo>
                    <a:pt x="1318460" y="2665752"/>
                    <a:pt x="1595145" y="2844258"/>
                    <a:pt x="1761156" y="3180743"/>
                  </a:cubicBezTo>
                  <a:cubicBezTo>
                    <a:pt x="1974471" y="3610944"/>
                    <a:pt x="1799535" y="4167885"/>
                    <a:pt x="1384507" y="4408869"/>
                  </a:cubicBezTo>
                  <a:cubicBezTo>
                    <a:pt x="1164052" y="4536501"/>
                    <a:pt x="945381" y="4534716"/>
                    <a:pt x="733851" y="4391911"/>
                  </a:cubicBezTo>
                  <a:cubicBezTo>
                    <a:pt x="478586" y="4220544"/>
                    <a:pt x="314360" y="3973313"/>
                    <a:pt x="180480" y="3703768"/>
                  </a:cubicBezTo>
                  <a:cubicBezTo>
                    <a:pt x="51063" y="3442256"/>
                    <a:pt x="-3382" y="3162000"/>
                    <a:pt x="188" y="2871034"/>
                  </a:cubicBezTo>
                  <a:cubicBezTo>
                    <a:pt x="1081" y="2781781"/>
                    <a:pt x="188" y="2692528"/>
                    <a:pt x="188" y="2603275"/>
                  </a:cubicBezTo>
                  <a:close/>
                </a:path>
              </a:pathLst>
            </a:custGeom>
            <a:solidFill>
              <a:schemeClr val="tx2"/>
            </a:solidFill>
            <a:ln w="406400" cap="rnd">
              <a:solidFill>
                <a:schemeClr val="tx2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CBB843-6914-3DD8-BECA-060ED95D4D39}"/>
                </a:ext>
              </a:extLst>
            </p:cNvPr>
            <p:cNvSpPr/>
            <p:nvPr/>
          </p:nvSpPr>
          <p:spPr>
            <a:xfrm flipH="1">
              <a:off x="3699184" y="1178037"/>
              <a:ext cx="2387620" cy="4501925"/>
            </a:xfrm>
            <a:custGeom>
              <a:avLst/>
              <a:gdLst>
                <a:gd name="connsiteX0" fmla="*/ 1973 w 2387620"/>
                <a:gd name="connsiteY0" fmla="*/ 2604167 h 4501925"/>
                <a:gd name="connsiteX1" fmla="*/ 89442 w 2387620"/>
                <a:gd name="connsiteY1" fmla="*/ 1692891 h 4501925"/>
                <a:gd name="connsiteX2" fmla="*/ 1789717 w 2387620"/>
                <a:gd name="connsiteY2" fmla="*/ 22962 h 4501925"/>
                <a:gd name="connsiteX3" fmla="*/ 2377896 w 2387620"/>
                <a:gd name="connsiteY3" fmla="*/ 447807 h 4501925"/>
                <a:gd name="connsiteX4" fmla="*/ 2368971 w 2387620"/>
                <a:gd name="connsiteY4" fmla="*/ 1470650 h 4501925"/>
                <a:gd name="connsiteX5" fmla="*/ 1483578 w 2387620"/>
                <a:gd name="connsiteY5" fmla="*/ 2372109 h 4501925"/>
                <a:gd name="connsiteX6" fmla="*/ 936456 w 2387620"/>
                <a:gd name="connsiteY6" fmla="*/ 2387282 h 4501925"/>
                <a:gd name="connsiteX7" fmla="*/ 807931 w 2387620"/>
                <a:gd name="connsiteY7" fmla="*/ 2573821 h 4501925"/>
                <a:gd name="connsiteX8" fmla="*/ 941811 w 2387620"/>
                <a:gd name="connsiteY8" fmla="*/ 2648794 h 4501925"/>
                <a:gd name="connsiteX9" fmla="*/ 1761156 w 2387620"/>
                <a:gd name="connsiteY9" fmla="*/ 3180743 h 4501925"/>
                <a:gd name="connsiteX10" fmla="*/ 1384507 w 2387620"/>
                <a:gd name="connsiteY10" fmla="*/ 4408869 h 4501925"/>
                <a:gd name="connsiteX11" fmla="*/ 733851 w 2387620"/>
                <a:gd name="connsiteY11" fmla="*/ 4391911 h 4501925"/>
                <a:gd name="connsiteX12" fmla="*/ 180480 w 2387620"/>
                <a:gd name="connsiteY12" fmla="*/ 3703768 h 4501925"/>
                <a:gd name="connsiteX13" fmla="*/ 188 w 2387620"/>
                <a:gd name="connsiteY13" fmla="*/ 2871034 h 4501925"/>
                <a:gd name="connsiteX14" fmla="*/ 188 w 2387620"/>
                <a:gd name="connsiteY14" fmla="*/ 2603275 h 450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87620" h="4501925">
                  <a:moveTo>
                    <a:pt x="1973" y="2604167"/>
                  </a:moveTo>
                  <a:cubicBezTo>
                    <a:pt x="-4274" y="2297136"/>
                    <a:pt x="-704" y="1990105"/>
                    <a:pt x="89442" y="1692891"/>
                  </a:cubicBezTo>
                  <a:cubicBezTo>
                    <a:pt x="352739" y="828919"/>
                    <a:pt x="923068" y="271086"/>
                    <a:pt x="1789717" y="22962"/>
                  </a:cubicBezTo>
                  <a:cubicBezTo>
                    <a:pt x="2107459" y="-68077"/>
                    <a:pt x="2365401" y="119355"/>
                    <a:pt x="2377896" y="447807"/>
                  </a:cubicBezTo>
                  <a:cubicBezTo>
                    <a:pt x="2391284" y="788755"/>
                    <a:pt x="2393070" y="1131488"/>
                    <a:pt x="2368971" y="1470650"/>
                  </a:cubicBezTo>
                  <a:cubicBezTo>
                    <a:pt x="2337732" y="1925842"/>
                    <a:pt x="1939663" y="2322127"/>
                    <a:pt x="1483578" y="2372109"/>
                  </a:cubicBezTo>
                  <a:cubicBezTo>
                    <a:pt x="1303286" y="2391744"/>
                    <a:pt x="1119425" y="2382819"/>
                    <a:pt x="936456" y="2387282"/>
                  </a:cubicBezTo>
                  <a:cubicBezTo>
                    <a:pt x="828459" y="2389959"/>
                    <a:pt x="764197" y="2483675"/>
                    <a:pt x="807931" y="2573821"/>
                  </a:cubicBezTo>
                  <a:cubicBezTo>
                    <a:pt x="834707" y="2628266"/>
                    <a:pt x="882011" y="2646116"/>
                    <a:pt x="941811" y="2648794"/>
                  </a:cubicBezTo>
                  <a:cubicBezTo>
                    <a:pt x="1318460" y="2665752"/>
                    <a:pt x="1595145" y="2844258"/>
                    <a:pt x="1761156" y="3180743"/>
                  </a:cubicBezTo>
                  <a:cubicBezTo>
                    <a:pt x="1974471" y="3610944"/>
                    <a:pt x="1799535" y="4167885"/>
                    <a:pt x="1384507" y="4408869"/>
                  </a:cubicBezTo>
                  <a:cubicBezTo>
                    <a:pt x="1164052" y="4536501"/>
                    <a:pt x="945381" y="4534716"/>
                    <a:pt x="733851" y="4391911"/>
                  </a:cubicBezTo>
                  <a:cubicBezTo>
                    <a:pt x="478586" y="4220544"/>
                    <a:pt x="314360" y="3973313"/>
                    <a:pt x="180480" y="3703768"/>
                  </a:cubicBezTo>
                  <a:cubicBezTo>
                    <a:pt x="51063" y="3442256"/>
                    <a:pt x="-3382" y="3162000"/>
                    <a:pt x="188" y="2871034"/>
                  </a:cubicBezTo>
                  <a:cubicBezTo>
                    <a:pt x="1081" y="2781781"/>
                    <a:pt x="188" y="2692528"/>
                    <a:pt x="188" y="2603275"/>
                  </a:cubicBezTo>
                  <a:close/>
                </a:path>
              </a:pathLst>
            </a:custGeom>
            <a:solidFill>
              <a:schemeClr val="tx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4FF13A-16B6-6CE8-C0AA-59646E95A7B9}"/>
                </a:ext>
              </a:extLst>
            </p:cNvPr>
            <p:cNvSpPr/>
            <p:nvPr/>
          </p:nvSpPr>
          <p:spPr>
            <a:xfrm flipH="1">
              <a:off x="5890661" y="2576382"/>
              <a:ext cx="200911" cy="2353649"/>
            </a:xfrm>
            <a:custGeom>
              <a:avLst/>
              <a:gdLst>
                <a:gd name="connsiteX0" fmla="*/ 200911 w 200911"/>
                <a:gd name="connsiteY0" fmla="*/ 0 h 2353649"/>
                <a:gd name="connsiteX1" fmla="*/ 200911 w 200911"/>
                <a:gd name="connsiteY1" fmla="*/ 2353649 h 2353649"/>
                <a:gd name="connsiteX2" fmla="*/ 180480 w 200911"/>
                <a:gd name="connsiteY2" fmla="*/ 2316023 h 2353649"/>
                <a:gd name="connsiteX3" fmla="*/ 188 w 200911"/>
                <a:gd name="connsiteY3" fmla="*/ 1483289 h 2353649"/>
                <a:gd name="connsiteX4" fmla="*/ 188 w 200911"/>
                <a:gd name="connsiteY4" fmla="*/ 1215530 h 2353649"/>
                <a:gd name="connsiteX5" fmla="*/ 1973 w 200911"/>
                <a:gd name="connsiteY5" fmla="*/ 1216422 h 2353649"/>
                <a:gd name="connsiteX6" fmla="*/ 89442 w 200911"/>
                <a:gd name="connsiteY6" fmla="*/ 305146 h 235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11" h="2353649">
                  <a:moveTo>
                    <a:pt x="200911" y="0"/>
                  </a:moveTo>
                  <a:lnTo>
                    <a:pt x="200911" y="2353649"/>
                  </a:lnTo>
                  <a:lnTo>
                    <a:pt x="180480" y="2316023"/>
                  </a:lnTo>
                  <a:cubicBezTo>
                    <a:pt x="51063" y="2054511"/>
                    <a:pt x="-3382" y="1774255"/>
                    <a:pt x="188" y="1483289"/>
                  </a:cubicBezTo>
                  <a:cubicBezTo>
                    <a:pt x="1081" y="1394036"/>
                    <a:pt x="188" y="1304783"/>
                    <a:pt x="188" y="1215530"/>
                  </a:cubicBezTo>
                  <a:lnTo>
                    <a:pt x="1973" y="1216422"/>
                  </a:lnTo>
                  <a:cubicBezTo>
                    <a:pt x="-4274" y="909391"/>
                    <a:pt x="-704" y="602360"/>
                    <a:pt x="89442" y="305146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CBC05F-C590-A159-178E-D8974386213A}"/>
                </a:ext>
              </a:extLst>
            </p:cNvPr>
            <p:cNvSpPr/>
            <p:nvPr/>
          </p:nvSpPr>
          <p:spPr>
            <a:xfrm flipH="1">
              <a:off x="5690859" y="2211737"/>
              <a:ext cx="200911" cy="3038757"/>
            </a:xfrm>
            <a:custGeom>
              <a:avLst/>
              <a:gdLst>
                <a:gd name="connsiteX0" fmla="*/ 200911 w 200911"/>
                <a:gd name="connsiteY0" fmla="*/ 0 h 3038757"/>
                <a:gd name="connsiteX1" fmla="*/ 200911 w 200911"/>
                <a:gd name="connsiteY1" fmla="*/ 3038757 h 3038757"/>
                <a:gd name="connsiteX2" fmla="*/ 91385 w 200911"/>
                <a:gd name="connsiteY2" fmla="*/ 2876609 h 3038757"/>
                <a:gd name="connsiteX3" fmla="*/ 0 w 200911"/>
                <a:gd name="connsiteY3" fmla="*/ 2708316 h 3038757"/>
                <a:gd name="connsiteX4" fmla="*/ 0 w 200911"/>
                <a:gd name="connsiteY4" fmla="*/ 376500 h 3038757"/>
                <a:gd name="connsiteX5" fmla="*/ 6407 w 200911"/>
                <a:gd name="connsiteY5" fmla="*/ 358962 h 3038757"/>
                <a:gd name="connsiteX6" fmla="*/ 148173 w 200911"/>
                <a:gd name="connsiteY6" fmla="*/ 78072 h 3038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911" h="3038757">
                  <a:moveTo>
                    <a:pt x="200911" y="0"/>
                  </a:moveTo>
                  <a:lnTo>
                    <a:pt x="200911" y="3038757"/>
                  </a:lnTo>
                  <a:lnTo>
                    <a:pt x="91385" y="2876609"/>
                  </a:lnTo>
                  <a:lnTo>
                    <a:pt x="0" y="2708316"/>
                  </a:lnTo>
                  <a:lnTo>
                    <a:pt x="0" y="376500"/>
                  </a:lnTo>
                  <a:lnTo>
                    <a:pt x="6407" y="358962"/>
                  </a:lnTo>
                  <a:cubicBezTo>
                    <a:pt x="48893" y="260539"/>
                    <a:pt x="96155" y="166907"/>
                    <a:pt x="148173" y="7807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4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4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05FB879-84F6-1338-69DF-15A39FC6AA3C}"/>
                </a:ext>
              </a:extLst>
            </p:cNvPr>
            <p:cNvSpPr/>
            <p:nvPr/>
          </p:nvSpPr>
          <p:spPr>
            <a:xfrm flipH="1">
              <a:off x="4294622" y="1200545"/>
              <a:ext cx="1792181" cy="2856391"/>
            </a:xfrm>
            <a:custGeom>
              <a:avLst/>
              <a:gdLst>
                <a:gd name="connsiteX0" fmla="*/ 1792181 w 1792181"/>
                <a:gd name="connsiteY0" fmla="*/ 0 h 2856391"/>
                <a:gd name="connsiteX1" fmla="*/ 1792181 w 1792181"/>
                <a:gd name="connsiteY1" fmla="*/ 481338 h 2856391"/>
                <a:gd name="connsiteX2" fmla="*/ 1789717 w 1792181"/>
                <a:gd name="connsiteY2" fmla="*/ 481792 h 2856391"/>
                <a:gd name="connsiteX3" fmla="*/ 89442 w 1792181"/>
                <a:gd name="connsiteY3" fmla="*/ 2151721 h 2856391"/>
                <a:gd name="connsiteX4" fmla="*/ 328 w 1792181"/>
                <a:gd name="connsiteY4" fmla="*/ 2832877 h 2856391"/>
                <a:gd name="connsiteX5" fmla="*/ 496 w 1792181"/>
                <a:gd name="connsiteY5" fmla="*/ 2856391 h 2856391"/>
                <a:gd name="connsiteX6" fmla="*/ 188 w 1792181"/>
                <a:gd name="connsiteY6" fmla="*/ 2848526 h 2856391"/>
                <a:gd name="connsiteX7" fmla="*/ 188 w 1792181"/>
                <a:gd name="connsiteY7" fmla="*/ 2580767 h 2856391"/>
                <a:gd name="connsiteX8" fmla="*/ 1973 w 1792181"/>
                <a:gd name="connsiteY8" fmla="*/ 2581659 h 2856391"/>
                <a:gd name="connsiteX9" fmla="*/ 89442 w 1792181"/>
                <a:gd name="connsiteY9" fmla="*/ 1670383 h 2856391"/>
                <a:gd name="connsiteX10" fmla="*/ 1789717 w 1792181"/>
                <a:gd name="connsiteY10" fmla="*/ 454 h 2856391"/>
                <a:gd name="connsiteX11" fmla="*/ 1792181 w 1792181"/>
                <a:gd name="connsiteY11" fmla="*/ 0 h 2856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92181" h="2856391">
                  <a:moveTo>
                    <a:pt x="1792181" y="0"/>
                  </a:moveTo>
                  <a:lnTo>
                    <a:pt x="1792181" y="481338"/>
                  </a:lnTo>
                  <a:lnTo>
                    <a:pt x="1789717" y="481792"/>
                  </a:lnTo>
                  <a:cubicBezTo>
                    <a:pt x="923068" y="729916"/>
                    <a:pt x="352739" y="1287749"/>
                    <a:pt x="89442" y="2151721"/>
                  </a:cubicBezTo>
                  <a:cubicBezTo>
                    <a:pt x="21833" y="2374632"/>
                    <a:pt x="2922" y="2603064"/>
                    <a:pt x="328" y="2832877"/>
                  </a:cubicBezTo>
                  <a:lnTo>
                    <a:pt x="496" y="2856391"/>
                  </a:lnTo>
                  <a:lnTo>
                    <a:pt x="188" y="2848526"/>
                  </a:lnTo>
                  <a:cubicBezTo>
                    <a:pt x="1081" y="2759273"/>
                    <a:pt x="188" y="2670020"/>
                    <a:pt x="188" y="2580767"/>
                  </a:cubicBezTo>
                  <a:lnTo>
                    <a:pt x="1973" y="2581659"/>
                  </a:lnTo>
                  <a:cubicBezTo>
                    <a:pt x="-4274" y="2274628"/>
                    <a:pt x="-704" y="1967597"/>
                    <a:pt x="89442" y="1670383"/>
                  </a:cubicBezTo>
                  <a:cubicBezTo>
                    <a:pt x="352739" y="806411"/>
                    <a:pt x="923068" y="248578"/>
                    <a:pt x="1789717" y="454"/>
                  </a:cubicBezTo>
                  <a:lnTo>
                    <a:pt x="17921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4D1B28E-E6CB-F532-1980-FF8B971D3570}"/>
                </a:ext>
              </a:extLst>
            </p:cNvPr>
            <p:cNvSpPr/>
            <p:nvPr/>
          </p:nvSpPr>
          <p:spPr>
            <a:xfrm flipH="1">
              <a:off x="4664508" y="1810089"/>
              <a:ext cx="1431492" cy="2465097"/>
            </a:xfrm>
            <a:custGeom>
              <a:avLst/>
              <a:gdLst>
                <a:gd name="connsiteX0" fmla="*/ 1431492 w 1431492"/>
                <a:gd name="connsiteY0" fmla="*/ 0 h 2465097"/>
                <a:gd name="connsiteX1" fmla="*/ 1431492 w 1431492"/>
                <a:gd name="connsiteY1" fmla="*/ 481338 h 2465097"/>
                <a:gd name="connsiteX2" fmla="*/ 1195130 w 1431492"/>
                <a:gd name="connsiteY2" fmla="*/ 595314 h 2465097"/>
                <a:gd name="connsiteX3" fmla="*/ 89114 w 1431492"/>
                <a:gd name="connsiteY3" fmla="*/ 2021135 h 2465097"/>
                <a:gd name="connsiteX4" fmla="*/ 36538 w 1431492"/>
                <a:gd name="connsiteY4" fmla="*/ 2245733 h 2465097"/>
                <a:gd name="connsiteX5" fmla="*/ 10192 w 1431492"/>
                <a:gd name="connsiteY5" fmla="*/ 2465097 h 2465097"/>
                <a:gd name="connsiteX6" fmla="*/ 8325 w 1431492"/>
                <a:gd name="connsiteY6" fmla="*/ 2452693 h 2465097"/>
                <a:gd name="connsiteX7" fmla="*/ 168 w 1431492"/>
                <a:gd name="connsiteY7" fmla="*/ 2244467 h 2465097"/>
                <a:gd name="connsiteX8" fmla="*/ 0 w 1431492"/>
                <a:gd name="connsiteY8" fmla="*/ 2220953 h 2465097"/>
                <a:gd name="connsiteX9" fmla="*/ 89114 w 1431492"/>
                <a:gd name="connsiteY9" fmla="*/ 1539797 h 2465097"/>
                <a:gd name="connsiteX10" fmla="*/ 1195130 w 1431492"/>
                <a:gd name="connsiteY10" fmla="*/ 113976 h 2465097"/>
                <a:gd name="connsiteX11" fmla="*/ 1431492 w 1431492"/>
                <a:gd name="connsiteY11" fmla="*/ 0 h 246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31492" h="2465097">
                  <a:moveTo>
                    <a:pt x="1431492" y="0"/>
                  </a:moveTo>
                  <a:lnTo>
                    <a:pt x="1431492" y="481338"/>
                  </a:lnTo>
                  <a:lnTo>
                    <a:pt x="1195130" y="595314"/>
                  </a:lnTo>
                  <a:cubicBezTo>
                    <a:pt x="656765" y="897380"/>
                    <a:pt x="286587" y="1373156"/>
                    <a:pt x="89114" y="2021135"/>
                  </a:cubicBezTo>
                  <a:cubicBezTo>
                    <a:pt x="66578" y="2095439"/>
                    <a:pt x="49452" y="2170356"/>
                    <a:pt x="36538" y="2245733"/>
                  </a:cubicBezTo>
                  <a:lnTo>
                    <a:pt x="10192" y="2465097"/>
                  </a:lnTo>
                  <a:lnTo>
                    <a:pt x="8325" y="2452693"/>
                  </a:lnTo>
                  <a:lnTo>
                    <a:pt x="168" y="2244467"/>
                  </a:lnTo>
                  <a:lnTo>
                    <a:pt x="0" y="2220953"/>
                  </a:lnTo>
                  <a:cubicBezTo>
                    <a:pt x="2594" y="1991140"/>
                    <a:pt x="21505" y="1762708"/>
                    <a:pt x="89114" y="1539797"/>
                  </a:cubicBezTo>
                  <a:cubicBezTo>
                    <a:pt x="286587" y="891818"/>
                    <a:pt x="656765" y="416042"/>
                    <a:pt x="1195130" y="113976"/>
                  </a:cubicBezTo>
                  <a:lnTo>
                    <a:pt x="1431492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450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17406D"/>
      </a:dk2>
      <a:lt2>
        <a:srgbClr val="F2C811"/>
      </a:lt2>
      <a:accent1>
        <a:srgbClr val="007CBA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1</cp:revision>
  <dcterms:created xsi:type="dcterms:W3CDTF">2025-05-11T20:00:23Z</dcterms:created>
  <dcterms:modified xsi:type="dcterms:W3CDTF">2025-05-12T18:56:17Z</dcterms:modified>
</cp:coreProperties>
</file>